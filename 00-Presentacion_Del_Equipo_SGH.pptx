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3" r:id="rId7"/>
    <p:sldId id="264" r:id="rId8"/>
  </p:sldIdLst>
  <p:sldSz cx="9144000" cy="5168900"/>
  <p:notesSz cx="9144000" cy="5168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10016" y="0"/>
            <a:ext cx="633730" cy="1957070"/>
          </a:xfrm>
          <a:custGeom>
            <a:avLst/>
            <a:gdLst/>
            <a:ahLst/>
            <a:cxnLst/>
            <a:rect l="l" t="t" r="r" b="b"/>
            <a:pathLst>
              <a:path w="633729" h="1957070">
                <a:moveTo>
                  <a:pt x="633476" y="0"/>
                </a:moveTo>
                <a:lnTo>
                  <a:pt x="0" y="0"/>
                </a:lnTo>
                <a:lnTo>
                  <a:pt x="0" y="1956689"/>
                </a:lnTo>
                <a:lnTo>
                  <a:pt x="633476" y="1956689"/>
                </a:lnTo>
                <a:lnTo>
                  <a:pt x="633476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38743" y="76199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30">
                <a:moveTo>
                  <a:pt x="19684" y="0"/>
                </a:moveTo>
                <a:lnTo>
                  <a:pt x="11937" y="1397"/>
                </a:lnTo>
                <a:lnTo>
                  <a:pt x="5714" y="5334"/>
                </a:lnTo>
                <a:lnTo>
                  <a:pt x="1524" y="11049"/>
                </a:lnTo>
                <a:lnTo>
                  <a:pt x="0" y="18161"/>
                </a:lnTo>
                <a:lnTo>
                  <a:pt x="1524" y="25400"/>
                </a:lnTo>
                <a:lnTo>
                  <a:pt x="5714" y="31114"/>
                </a:lnTo>
                <a:lnTo>
                  <a:pt x="11937" y="35051"/>
                </a:lnTo>
                <a:lnTo>
                  <a:pt x="19684" y="36449"/>
                </a:lnTo>
                <a:lnTo>
                  <a:pt x="27177" y="35051"/>
                </a:lnTo>
                <a:lnTo>
                  <a:pt x="33400" y="31114"/>
                </a:lnTo>
                <a:lnTo>
                  <a:pt x="37591" y="25400"/>
                </a:lnTo>
                <a:lnTo>
                  <a:pt x="39115" y="18161"/>
                </a:lnTo>
                <a:lnTo>
                  <a:pt x="37591" y="11049"/>
                </a:lnTo>
                <a:lnTo>
                  <a:pt x="33400" y="5334"/>
                </a:lnTo>
                <a:lnTo>
                  <a:pt x="27177" y="1397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15528" y="7619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92311" y="7619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2" y="25400"/>
                </a:lnTo>
                <a:lnTo>
                  <a:pt x="36449" y="18161"/>
                </a:lnTo>
                <a:lnTo>
                  <a:pt x="35052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69095" y="7619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0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0" y="36449"/>
                </a:lnTo>
                <a:lnTo>
                  <a:pt x="25400" y="35051"/>
                </a:lnTo>
                <a:lnTo>
                  <a:pt x="31114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4" y="5334"/>
                </a:lnTo>
                <a:lnTo>
                  <a:pt x="25400" y="1397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945880" y="76199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238743" y="353567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29">
                <a:moveTo>
                  <a:pt x="19684" y="0"/>
                </a:moveTo>
                <a:lnTo>
                  <a:pt x="11937" y="1397"/>
                </a:lnTo>
                <a:lnTo>
                  <a:pt x="5714" y="5334"/>
                </a:lnTo>
                <a:lnTo>
                  <a:pt x="1524" y="11049"/>
                </a:lnTo>
                <a:lnTo>
                  <a:pt x="0" y="18161"/>
                </a:lnTo>
                <a:lnTo>
                  <a:pt x="1524" y="25400"/>
                </a:lnTo>
                <a:lnTo>
                  <a:pt x="5714" y="31115"/>
                </a:lnTo>
                <a:lnTo>
                  <a:pt x="11937" y="35052"/>
                </a:lnTo>
                <a:lnTo>
                  <a:pt x="19684" y="36449"/>
                </a:lnTo>
                <a:lnTo>
                  <a:pt x="27177" y="35052"/>
                </a:lnTo>
                <a:lnTo>
                  <a:pt x="33400" y="31115"/>
                </a:lnTo>
                <a:lnTo>
                  <a:pt x="37591" y="25400"/>
                </a:lnTo>
                <a:lnTo>
                  <a:pt x="39115" y="18161"/>
                </a:lnTo>
                <a:lnTo>
                  <a:pt x="37591" y="11049"/>
                </a:lnTo>
                <a:lnTo>
                  <a:pt x="33400" y="5334"/>
                </a:lnTo>
                <a:lnTo>
                  <a:pt x="27177" y="1397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415528" y="35356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5"/>
                </a:lnTo>
                <a:lnTo>
                  <a:pt x="11049" y="35052"/>
                </a:lnTo>
                <a:lnTo>
                  <a:pt x="18161" y="36449"/>
                </a:lnTo>
                <a:lnTo>
                  <a:pt x="25400" y="35052"/>
                </a:lnTo>
                <a:lnTo>
                  <a:pt x="31115" y="31115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92311" y="35356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5"/>
                </a:lnTo>
                <a:lnTo>
                  <a:pt x="11049" y="35052"/>
                </a:lnTo>
                <a:lnTo>
                  <a:pt x="18161" y="36449"/>
                </a:lnTo>
                <a:lnTo>
                  <a:pt x="25400" y="35052"/>
                </a:lnTo>
                <a:lnTo>
                  <a:pt x="31115" y="31115"/>
                </a:lnTo>
                <a:lnTo>
                  <a:pt x="35052" y="25400"/>
                </a:lnTo>
                <a:lnTo>
                  <a:pt x="36449" y="18161"/>
                </a:lnTo>
                <a:lnTo>
                  <a:pt x="35052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769095" y="35356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0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5"/>
                </a:lnTo>
                <a:lnTo>
                  <a:pt x="11049" y="35052"/>
                </a:lnTo>
                <a:lnTo>
                  <a:pt x="18160" y="36449"/>
                </a:lnTo>
                <a:lnTo>
                  <a:pt x="25400" y="35052"/>
                </a:lnTo>
                <a:lnTo>
                  <a:pt x="31114" y="31115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4" y="5334"/>
                </a:lnTo>
                <a:lnTo>
                  <a:pt x="25400" y="1397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945880" y="35356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5"/>
                </a:lnTo>
                <a:lnTo>
                  <a:pt x="11049" y="35052"/>
                </a:lnTo>
                <a:lnTo>
                  <a:pt x="18161" y="36449"/>
                </a:lnTo>
                <a:lnTo>
                  <a:pt x="25400" y="35052"/>
                </a:lnTo>
                <a:lnTo>
                  <a:pt x="31115" y="31115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238743" y="630935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29">
                <a:moveTo>
                  <a:pt x="19684" y="0"/>
                </a:moveTo>
                <a:lnTo>
                  <a:pt x="11937" y="1397"/>
                </a:lnTo>
                <a:lnTo>
                  <a:pt x="5714" y="5334"/>
                </a:lnTo>
                <a:lnTo>
                  <a:pt x="1524" y="11049"/>
                </a:lnTo>
                <a:lnTo>
                  <a:pt x="0" y="18161"/>
                </a:lnTo>
                <a:lnTo>
                  <a:pt x="1524" y="25400"/>
                </a:lnTo>
                <a:lnTo>
                  <a:pt x="5714" y="31114"/>
                </a:lnTo>
                <a:lnTo>
                  <a:pt x="11937" y="35051"/>
                </a:lnTo>
                <a:lnTo>
                  <a:pt x="19684" y="36449"/>
                </a:lnTo>
                <a:lnTo>
                  <a:pt x="27177" y="35051"/>
                </a:lnTo>
                <a:lnTo>
                  <a:pt x="33400" y="31114"/>
                </a:lnTo>
                <a:lnTo>
                  <a:pt x="37591" y="25400"/>
                </a:lnTo>
                <a:lnTo>
                  <a:pt x="39115" y="18161"/>
                </a:lnTo>
                <a:lnTo>
                  <a:pt x="37591" y="11049"/>
                </a:lnTo>
                <a:lnTo>
                  <a:pt x="33400" y="5334"/>
                </a:lnTo>
                <a:lnTo>
                  <a:pt x="27177" y="1397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415528" y="63093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592311" y="63093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2" y="25400"/>
                </a:lnTo>
                <a:lnTo>
                  <a:pt x="36449" y="18161"/>
                </a:lnTo>
                <a:lnTo>
                  <a:pt x="35052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769095" y="63093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0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0" y="36449"/>
                </a:lnTo>
                <a:lnTo>
                  <a:pt x="25400" y="35051"/>
                </a:lnTo>
                <a:lnTo>
                  <a:pt x="31114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4" y="5334"/>
                </a:lnTo>
                <a:lnTo>
                  <a:pt x="25400" y="1397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945880" y="63093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8238743" y="908303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70" h="39369">
                <a:moveTo>
                  <a:pt x="19684" y="0"/>
                </a:moveTo>
                <a:lnTo>
                  <a:pt x="11937" y="1524"/>
                </a:lnTo>
                <a:lnTo>
                  <a:pt x="5714" y="5715"/>
                </a:lnTo>
                <a:lnTo>
                  <a:pt x="1524" y="11937"/>
                </a:lnTo>
                <a:lnTo>
                  <a:pt x="0" y="19685"/>
                </a:lnTo>
                <a:lnTo>
                  <a:pt x="1524" y="27178"/>
                </a:lnTo>
                <a:lnTo>
                  <a:pt x="5714" y="33400"/>
                </a:lnTo>
                <a:lnTo>
                  <a:pt x="11937" y="37592"/>
                </a:lnTo>
                <a:lnTo>
                  <a:pt x="19684" y="39116"/>
                </a:lnTo>
                <a:lnTo>
                  <a:pt x="27177" y="37592"/>
                </a:lnTo>
                <a:lnTo>
                  <a:pt x="33400" y="33400"/>
                </a:lnTo>
                <a:lnTo>
                  <a:pt x="37591" y="27178"/>
                </a:lnTo>
                <a:lnTo>
                  <a:pt x="39115" y="19685"/>
                </a:lnTo>
                <a:lnTo>
                  <a:pt x="37591" y="11937"/>
                </a:lnTo>
                <a:lnTo>
                  <a:pt x="33400" y="5715"/>
                </a:lnTo>
                <a:lnTo>
                  <a:pt x="27177" y="1524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8415528" y="908303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3" y="5715"/>
                </a:lnTo>
                <a:lnTo>
                  <a:pt x="1397" y="11937"/>
                </a:lnTo>
                <a:lnTo>
                  <a:pt x="0" y="19685"/>
                </a:lnTo>
                <a:lnTo>
                  <a:pt x="1397" y="27178"/>
                </a:lnTo>
                <a:lnTo>
                  <a:pt x="5333" y="33400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1" y="27178"/>
                </a:lnTo>
                <a:lnTo>
                  <a:pt x="36449" y="19685"/>
                </a:lnTo>
                <a:lnTo>
                  <a:pt x="35051" y="11937"/>
                </a:lnTo>
                <a:lnTo>
                  <a:pt x="31115" y="5715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8592311" y="908303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4" y="5715"/>
                </a:lnTo>
                <a:lnTo>
                  <a:pt x="1397" y="11937"/>
                </a:lnTo>
                <a:lnTo>
                  <a:pt x="0" y="19685"/>
                </a:lnTo>
                <a:lnTo>
                  <a:pt x="1397" y="27178"/>
                </a:lnTo>
                <a:lnTo>
                  <a:pt x="5334" y="33400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2" y="27178"/>
                </a:lnTo>
                <a:lnTo>
                  <a:pt x="36449" y="19685"/>
                </a:lnTo>
                <a:lnTo>
                  <a:pt x="35052" y="11937"/>
                </a:lnTo>
                <a:lnTo>
                  <a:pt x="31115" y="5715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8769095" y="908303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0" y="0"/>
                </a:moveTo>
                <a:lnTo>
                  <a:pt x="11049" y="1524"/>
                </a:lnTo>
                <a:lnTo>
                  <a:pt x="5333" y="5715"/>
                </a:lnTo>
                <a:lnTo>
                  <a:pt x="1397" y="11937"/>
                </a:lnTo>
                <a:lnTo>
                  <a:pt x="0" y="19685"/>
                </a:lnTo>
                <a:lnTo>
                  <a:pt x="1397" y="27178"/>
                </a:lnTo>
                <a:lnTo>
                  <a:pt x="5333" y="33400"/>
                </a:lnTo>
                <a:lnTo>
                  <a:pt x="11049" y="37592"/>
                </a:lnTo>
                <a:lnTo>
                  <a:pt x="18160" y="39116"/>
                </a:lnTo>
                <a:lnTo>
                  <a:pt x="25400" y="37592"/>
                </a:lnTo>
                <a:lnTo>
                  <a:pt x="31114" y="33400"/>
                </a:lnTo>
                <a:lnTo>
                  <a:pt x="35051" y="27178"/>
                </a:lnTo>
                <a:lnTo>
                  <a:pt x="36449" y="19685"/>
                </a:lnTo>
                <a:lnTo>
                  <a:pt x="35051" y="11937"/>
                </a:lnTo>
                <a:lnTo>
                  <a:pt x="31114" y="5715"/>
                </a:lnTo>
                <a:lnTo>
                  <a:pt x="25400" y="1524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8945880" y="908303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4" y="5715"/>
                </a:lnTo>
                <a:lnTo>
                  <a:pt x="1397" y="11937"/>
                </a:lnTo>
                <a:lnTo>
                  <a:pt x="0" y="19685"/>
                </a:lnTo>
                <a:lnTo>
                  <a:pt x="1397" y="27178"/>
                </a:lnTo>
                <a:lnTo>
                  <a:pt x="5334" y="33400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1" y="27178"/>
                </a:lnTo>
                <a:lnTo>
                  <a:pt x="36449" y="19685"/>
                </a:lnTo>
                <a:lnTo>
                  <a:pt x="35051" y="11937"/>
                </a:lnTo>
                <a:lnTo>
                  <a:pt x="31115" y="5715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8238743" y="1161287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30">
                <a:moveTo>
                  <a:pt x="19684" y="0"/>
                </a:moveTo>
                <a:lnTo>
                  <a:pt x="11937" y="1397"/>
                </a:lnTo>
                <a:lnTo>
                  <a:pt x="5714" y="5334"/>
                </a:lnTo>
                <a:lnTo>
                  <a:pt x="1524" y="11049"/>
                </a:lnTo>
                <a:lnTo>
                  <a:pt x="0" y="18161"/>
                </a:lnTo>
                <a:lnTo>
                  <a:pt x="1524" y="25400"/>
                </a:lnTo>
                <a:lnTo>
                  <a:pt x="5714" y="31114"/>
                </a:lnTo>
                <a:lnTo>
                  <a:pt x="11937" y="35051"/>
                </a:lnTo>
                <a:lnTo>
                  <a:pt x="19684" y="36449"/>
                </a:lnTo>
                <a:lnTo>
                  <a:pt x="27177" y="35051"/>
                </a:lnTo>
                <a:lnTo>
                  <a:pt x="33400" y="31114"/>
                </a:lnTo>
                <a:lnTo>
                  <a:pt x="37591" y="25400"/>
                </a:lnTo>
                <a:lnTo>
                  <a:pt x="39115" y="18161"/>
                </a:lnTo>
                <a:lnTo>
                  <a:pt x="37591" y="11049"/>
                </a:lnTo>
                <a:lnTo>
                  <a:pt x="33400" y="5334"/>
                </a:lnTo>
                <a:lnTo>
                  <a:pt x="27177" y="1397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8415528" y="116128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8592311" y="116128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2" y="25400"/>
                </a:lnTo>
                <a:lnTo>
                  <a:pt x="36449" y="18161"/>
                </a:lnTo>
                <a:lnTo>
                  <a:pt x="35052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8769095" y="116128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0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0" y="36449"/>
                </a:lnTo>
                <a:lnTo>
                  <a:pt x="25400" y="35051"/>
                </a:lnTo>
                <a:lnTo>
                  <a:pt x="31114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4" y="5334"/>
                </a:lnTo>
                <a:lnTo>
                  <a:pt x="25400" y="1397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8945880" y="116128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8238743" y="1438655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30">
                <a:moveTo>
                  <a:pt x="19684" y="0"/>
                </a:moveTo>
                <a:lnTo>
                  <a:pt x="11937" y="1396"/>
                </a:lnTo>
                <a:lnTo>
                  <a:pt x="5714" y="5333"/>
                </a:lnTo>
                <a:lnTo>
                  <a:pt x="1524" y="11048"/>
                </a:lnTo>
                <a:lnTo>
                  <a:pt x="0" y="18160"/>
                </a:lnTo>
                <a:lnTo>
                  <a:pt x="1524" y="25400"/>
                </a:lnTo>
                <a:lnTo>
                  <a:pt x="5714" y="31114"/>
                </a:lnTo>
                <a:lnTo>
                  <a:pt x="11937" y="35051"/>
                </a:lnTo>
                <a:lnTo>
                  <a:pt x="19684" y="36448"/>
                </a:lnTo>
                <a:lnTo>
                  <a:pt x="27177" y="35051"/>
                </a:lnTo>
                <a:lnTo>
                  <a:pt x="33400" y="31114"/>
                </a:lnTo>
                <a:lnTo>
                  <a:pt x="37591" y="25400"/>
                </a:lnTo>
                <a:lnTo>
                  <a:pt x="39115" y="18160"/>
                </a:lnTo>
                <a:lnTo>
                  <a:pt x="37591" y="11048"/>
                </a:lnTo>
                <a:lnTo>
                  <a:pt x="33400" y="5333"/>
                </a:lnTo>
                <a:lnTo>
                  <a:pt x="27177" y="1396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8415528" y="143865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6"/>
                </a:lnTo>
                <a:lnTo>
                  <a:pt x="5333" y="5333"/>
                </a:lnTo>
                <a:lnTo>
                  <a:pt x="1397" y="11048"/>
                </a:lnTo>
                <a:lnTo>
                  <a:pt x="0" y="18160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1" y="36448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0"/>
                </a:lnTo>
                <a:lnTo>
                  <a:pt x="35051" y="11048"/>
                </a:lnTo>
                <a:lnTo>
                  <a:pt x="31115" y="5333"/>
                </a:lnTo>
                <a:lnTo>
                  <a:pt x="25400" y="1396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8592311" y="143865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6"/>
                </a:lnTo>
                <a:lnTo>
                  <a:pt x="5334" y="5333"/>
                </a:lnTo>
                <a:lnTo>
                  <a:pt x="1397" y="11048"/>
                </a:lnTo>
                <a:lnTo>
                  <a:pt x="0" y="18160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8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2" y="25400"/>
                </a:lnTo>
                <a:lnTo>
                  <a:pt x="36449" y="18160"/>
                </a:lnTo>
                <a:lnTo>
                  <a:pt x="35052" y="11048"/>
                </a:lnTo>
                <a:lnTo>
                  <a:pt x="31115" y="5333"/>
                </a:lnTo>
                <a:lnTo>
                  <a:pt x="25400" y="1396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8769095" y="143865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0" y="0"/>
                </a:moveTo>
                <a:lnTo>
                  <a:pt x="11049" y="1396"/>
                </a:lnTo>
                <a:lnTo>
                  <a:pt x="5333" y="5333"/>
                </a:lnTo>
                <a:lnTo>
                  <a:pt x="1397" y="11048"/>
                </a:lnTo>
                <a:lnTo>
                  <a:pt x="0" y="18160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0" y="36448"/>
                </a:lnTo>
                <a:lnTo>
                  <a:pt x="25400" y="35051"/>
                </a:lnTo>
                <a:lnTo>
                  <a:pt x="31114" y="31114"/>
                </a:lnTo>
                <a:lnTo>
                  <a:pt x="35051" y="25400"/>
                </a:lnTo>
                <a:lnTo>
                  <a:pt x="36449" y="18160"/>
                </a:lnTo>
                <a:lnTo>
                  <a:pt x="35051" y="11048"/>
                </a:lnTo>
                <a:lnTo>
                  <a:pt x="31114" y="5333"/>
                </a:lnTo>
                <a:lnTo>
                  <a:pt x="25400" y="1396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8945880" y="143865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6"/>
                </a:lnTo>
                <a:lnTo>
                  <a:pt x="5334" y="5333"/>
                </a:lnTo>
                <a:lnTo>
                  <a:pt x="1397" y="11048"/>
                </a:lnTo>
                <a:lnTo>
                  <a:pt x="0" y="18160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8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0"/>
                </a:lnTo>
                <a:lnTo>
                  <a:pt x="35051" y="11048"/>
                </a:lnTo>
                <a:lnTo>
                  <a:pt x="31115" y="5333"/>
                </a:lnTo>
                <a:lnTo>
                  <a:pt x="25400" y="1396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8238743" y="1716023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30">
                <a:moveTo>
                  <a:pt x="19684" y="0"/>
                </a:moveTo>
                <a:lnTo>
                  <a:pt x="11937" y="1397"/>
                </a:lnTo>
                <a:lnTo>
                  <a:pt x="5714" y="5334"/>
                </a:lnTo>
                <a:lnTo>
                  <a:pt x="1524" y="11049"/>
                </a:lnTo>
                <a:lnTo>
                  <a:pt x="0" y="18161"/>
                </a:lnTo>
                <a:lnTo>
                  <a:pt x="1524" y="25400"/>
                </a:lnTo>
                <a:lnTo>
                  <a:pt x="5714" y="31114"/>
                </a:lnTo>
                <a:lnTo>
                  <a:pt x="11937" y="35051"/>
                </a:lnTo>
                <a:lnTo>
                  <a:pt x="19684" y="36449"/>
                </a:lnTo>
                <a:lnTo>
                  <a:pt x="27177" y="35051"/>
                </a:lnTo>
                <a:lnTo>
                  <a:pt x="33400" y="31114"/>
                </a:lnTo>
                <a:lnTo>
                  <a:pt x="37591" y="25400"/>
                </a:lnTo>
                <a:lnTo>
                  <a:pt x="39115" y="18161"/>
                </a:lnTo>
                <a:lnTo>
                  <a:pt x="37591" y="11049"/>
                </a:lnTo>
                <a:lnTo>
                  <a:pt x="33400" y="5334"/>
                </a:lnTo>
                <a:lnTo>
                  <a:pt x="27177" y="1397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8415528" y="17160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8592311" y="17160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2" y="25400"/>
                </a:lnTo>
                <a:lnTo>
                  <a:pt x="36449" y="18161"/>
                </a:lnTo>
                <a:lnTo>
                  <a:pt x="35052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8769095" y="17160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0" y="0"/>
                </a:moveTo>
                <a:lnTo>
                  <a:pt x="11049" y="1397"/>
                </a:lnTo>
                <a:lnTo>
                  <a:pt x="5333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3" y="31114"/>
                </a:lnTo>
                <a:lnTo>
                  <a:pt x="11049" y="35051"/>
                </a:lnTo>
                <a:lnTo>
                  <a:pt x="18160" y="36449"/>
                </a:lnTo>
                <a:lnTo>
                  <a:pt x="25400" y="35051"/>
                </a:lnTo>
                <a:lnTo>
                  <a:pt x="31114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4" y="5334"/>
                </a:lnTo>
                <a:lnTo>
                  <a:pt x="25400" y="1397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8945880" y="171602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8161" y="0"/>
                </a:moveTo>
                <a:lnTo>
                  <a:pt x="11049" y="1397"/>
                </a:lnTo>
                <a:lnTo>
                  <a:pt x="5334" y="5334"/>
                </a:lnTo>
                <a:lnTo>
                  <a:pt x="1397" y="11049"/>
                </a:lnTo>
                <a:lnTo>
                  <a:pt x="0" y="18161"/>
                </a:lnTo>
                <a:lnTo>
                  <a:pt x="1397" y="25400"/>
                </a:lnTo>
                <a:lnTo>
                  <a:pt x="5334" y="31114"/>
                </a:lnTo>
                <a:lnTo>
                  <a:pt x="11049" y="35051"/>
                </a:lnTo>
                <a:lnTo>
                  <a:pt x="18161" y="36449"/>
                </a:lnTo>
                <a:lnTo>
                  <a:pt x="25400" y="35051"/>
                </a:lnTo>
                <a:lnTo>
                  <a:pt x="31115" y="31114"/>
                </a:lnTo>
                <a:lnTo>
                  <a:pt x="35051" y="25400"/>
                </a:lnTo>
                <a:lnTo>
                  <a:pt x="36449" y="18161"/>
                </a:lnTo>
                <a:lnTo>
                  <a:pt x="35051" y="11049"/>
                </a:lnTo>
                <a:lnTo>
                  <a:pt x="31115" y="5334"/>
                </a:lnTo>
                <a:lnTo>
                  <a:pt x="25400" y="1397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8238743" y="1993391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70" h="39369">
                <a:moveTo>
                  <a:pt x="19684" y="0"/>
                </a:moveTo>
                <a:lnTo>
                  <a:pt x="11937" y="1524"/>
                </a:lnTo>
                <a:lnTo>
                  <a:pt x="5714" y="5714"/>
                </a:lnTo>
                <a:lnTo>
                  <a:pt x="1524" y="11937"/>
                </a:lnTo>
                <a:lnTo>
                  <a:pt x="0" y="19684"/>
                </a:lnTo>
                <a:lnTo>
                  <a:pt x="1524" y="27177"/>
                </a:lnTo>
                <a:lnTo>
                  <a:pt x="5714" y="33400"/>
                </a:lnTo>
                <a:lnTo>
                  <a:pt x="11937" y="37592"/>
                </a:lnTo>
                <a:lnTo>
                  <a:pt x="19684" y="39115"/>
                </a:lnTo>
                <a:lnTo>
                  <a:pt x="27177" y="37592"/>
                </a:lnTo>
                <a:lnTo>
                  <a:pt x="33400" y="33400"/>
                </a:lnTo>
                <a:lnTo>
                  <a:pt x="37591" y="27177"/>
                </a:lnTo>
                <a:lnTo>
                  <a:pt x="39115" y="19684"/>
                </a:lnTo>
                <a:lnTo>
                  <a:pt x="37591" y="11937"/>
                </a:lnTo>
                <a:lnTo>
                  <a:pt x="33400" y="5714"/>
                </a:lnTo>
                <a:lnTo>
                  <a:pt x="27177" y="1524"/>
                </a:lnTo>
                <a:lnTo>
                  <a:pt x="19684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8415528" y="1993391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3" y="5714"/>
                </a:lnTo>
                <a:lnTo>
                  <a:pt x="1397" y="11937"/>
                </a:lnTo>
                <a:lnTo>
                  <a:pt x="0" y="19684"/>
                </a:lnTo>
                <a:lnTo>
                  <a:pt x="1397" y="27177"/>
                </a:lnTo>
                <a:lnTo>
                  <a:pt x="5333" y="33400"/>
                </a:lnTo>
                <a:lnTo>
                  <a:pt x="11049" y="37592"/>
                </a:lnTo>
                <a:lnTo>
                  <a:pt x="18161" y="39115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1" y="27177"/>
                </a:lnTo>
                <a:lnTo>
                  <a:pt x="36449" y="19684"/>
                </a:lnTo>
                <a:lnTo>
                  <a:pt x="35051" y="11937"/>
                </a:lnTo>
                <a:lnTo>
                  <a:pt x="31115" y="5714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8592311" y="1993391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4" y="5714"/>
                </a:lnTo>
                <a:lnTo>
                  <a:pt x="1397" y="11937"/>
                </a:lnTo>
                <a:lnTo>
                  <a:pt x="0" y="19684"/>
                </a:lnTo>
                <a:lnTo>
                  <a:pt x="1397" y="27177"/>
                </a:lnTo>
                <a:lnTo>
                  <a:pt x="5334" y="33400"/>
                </a:lnTo>
                <a:lnTo>
                  <a:pt x="11049" y="37592"/>
                </a:lnTo>
                <a:lnTo>
                  <a:pt x="18161" y="39115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2" y="27177"/>
                </a:lnTo>
                <a:lnTo>
                  <a:pt x="36449" y="19684"/>
                </a:lnTo>
                <a:lnTo>
                  <a:pt x="35052" y="11937"/>
                </a:lnTo>
                <a:lnTo>
                  <a:pt x="31115" y="5714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8769095" y="1993391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0" y="0"/>
                </a:moveTo>
                <a:lnTo>
                  <a:pt x="11049" y="1524"/>
                </a:lnTo>
                <a:lnTo>
                  <a:pt x="5333" y="5714"/>
                </a:lnTo>
                <a:lnTo>
                  <a:pt x="1397" y="11937"/>
                </a:lnTo>
                <a:lnTo>
                  <a:pt x="0" y="19684"/>
                </a:lnTo>
                <a:lnTo>
                  <a:pt x="1397" y="27177"/>
                </a:lnTo>
                <a:lnTo>
                  <a:pt x="5333" y="33400"/>
                </a:lnTo>
                <a:lnTo>
                  <a:pt x="11049" y="37592"/>
                </a:lnTo>
                <a:lnTo>
                  <a:pt x="18160" y="39115"/>
                </a:lnTo>
                <a:lnTo>
                  <a:pt x="25400" y="37592"/>
                </a:lnTo>
                <a:lnTo>
                  <a:pt x="31114" y="33400"/>
                </a:lnTo>
                <a:lnTo>
                  <a:pt x="35051" y="27177"/>
                </a:lnTo>
                <a:lnTo>
                  <a:pt x="36449" y="19684"/>
                </a:lnTo>
                <a:lnTo>
                  <a:pt x="35051" y="11937"/>
                </a:lnTo>
                <a:lnTo>
                  <a:pt x="31114" y="5714"/>
                </a:lnTo>
                <a:lnTo>
                  <a:pt x="25400" y="1524"/>
                </a:lnTo>
                <a:lnTo>
                  <a:pt x="18160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8945880" y="1993391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69">
                <a:moveTo>
                  <a:pt x="18161" y="0"/>
                </a:moveTo>
                <a:lnTo>
                  <a:pt x="11049" y="1524"/>
                </a:lnTo>
                <a:lnTo>
                  <a:pt x="5334" y="5714"/>
                </a:lnTo>
                <a:lnTo>
                  <a:pt x="1397" y="11937"/>
                </a:lnTo>
                <a:lnTo>
                  <a:pt x="0" y="19684"/>
                </a:lnTo>
                <a:lnTo>
                  <a:pt x="1397" y="27177"/>
                </a:lnTo>
                <a:lnTo>
                  <a:pt x="5334" y="33400"/>
                </a:lnTo>
                <a:lnTo>
                  <a:pt x="11049" y="37592"/>
                </a:lnTo>
                <a:lnTo>
                  <a:pt x="18161" y="39115"/>
                </a:lnTo>
                <a:lnTo>
                  <a:pt x="25400" y="37592"/>
                </a:lnTo>
                <a:lnTo>
                  <a:pt x="31115" y="33400"/>
                </a:lnTo>
                <a:lnTo>
                  <a:pt x="35051" y="27177"/>
                </a:lnTo>
                <a:lnTo>
                  <a:pt x="36449" y="19684"/>
                </a:lnTo>
                <a:lnTo>
                  <a:pt x="35051" y="11937"/>
                </a:lnTo>
                <a:lnTo>
                  <a:pt x="31115" y="5714"/>
                </a:lnTo>
                <a:lnTo>
                  <a:pt x="25400" y="1524"/>
                </a:lnTo>
                <a:lnTo>
                  <a:pt x="18161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61544" y="4626864"/>
            <a:ext cx="631190" cy="316865"/>
          </a:xfrm>
          <a:custGeom>
            <a:avLst/>
            <a:gdLst/>
            <a:ahLst/>
            <a:cxnLst/>
            <a:rect l="l" t="t" r="r" b="b"/>
            <a:pathLst>
              <a:path w="631190" h="316864">
                <a:moveTo>
                  <a:pt x="630809" y="0"/>
                </a:moveTo>
                <a:lnTo>
                  <a:pt x="315404" y="0"/>
                </a:lnTo>
                <a:lnTo>
                  <a:pt x="0" y="1816"/>
                </a:lnTo>
                <a:lnTo>
                  <a:pt x="3657" y="48412"/>
                </a:lnTo>
                <a:lnTo>
                  <a:pt x="13766" y="92875"/>
                </a:lnTo>
                <a:lnTo>
                  <a:pt x="29844" y="134696"/>
                </a:lnTo>
                <a:lnTo>
                  <a:pt x="51422" y="173405"/>
                </a:lnTo>
                <a:lnTo>
                  <a:pt x="78003" y="208559"/>
                </a:lnTo>
                <a:lnTo>
                  <a:pt x="109105" y="239598"/>
                </a:lnTo>
                <a:lnTo>
                  <a:pt x="144221" y="266065"/>
                </a:lnTo>
                <a:lnTo>
                  <a:pt x="182905" y="287515"/>
                </a:lnTo>
                <a:lnTo>
                  <a:pt x="224650" y="303441"/>
                </a:lnTo>
                <a:lnTo>
                  <a:pt x="268973" y="313334"/>
                </a:lnTo>
                <a:lnTo>
                  <a:pt x="315404" y="316738"/>
                </a:lnTo>
                <a:lnTo>
                  <a:pt x="362013" y="313309"/>
                </a:lnTo>
                <a:lnTo>
                  <a:pt x="406488" y="303339"/>
                </a:lnTo>
                <a:lnTo>
                  <a:pt x="448373" y="287299"/>
                </a:lnTo>
                <a:lnTo>
                  <a:pt x="487146" y="265696"/>
                </a:lnTo>
                <a:lnTo>
                  <a:pt x="522325" y="239064"/>
                </a:lnTo>
                <a:lnTo>
                  <a:pt x="553440" y="207810"/>
                </a:lnTo>
                <a:lnTo>
                  <a:pt x="580009" y="172453"/>
                </a:lnTo>
                <a:lnTo>
                  <a:pt x="601497" y="133527"/>
                </a:lnTo>
                <a:lnTo>
                  <a:pt x="617448" y="91478"/>
                </a:lnTo>
                <a:lnTo>
                  <a:pt x="627392" y="46786"/>
                </a:lnTo>
                <a:lnTo>
                  <a:pt x="630809" y="0"/>
                </a:lnTo>
                <a:close/>
              </a:path>
            </a:pathLst>
          </a:custGeom>
          <a:solidFill>
            <a:srgbClr val="9D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61544" y="4142232"/>
            <a:ext cx="631190" cy="316865"/>
          </a:xfrm>
          <a:custGeom>
            <a:avLst/>
            <a:gdLst/>
            <a:ahLst/>
            <a:cxnLst/>
            <a:rect l="l" t="t" r="r" b="b"/>
            <a:pathLst>
              <a:path w="631190" h="316864">
                <a:moveTo>
                  <a:pt x="630809" y="0"/>
                </a:moveTo>
                <a:lnTo>
                  <a:pt x="315404" y="0"/>
                </a:lnTo>
                <a:lnTo>
                  <a:pt x="0" y="1816"/>
                </a:lnTo>
                <a:lnTo>
                  <a:pt x="3657" y="48412"/>
                </a:lnTo>
                <a:lnTo>
                  <a:pt x="13766" y="92875"/>
                </a:lnTo>
                <a:lnTo>
                  <a:pt x="29844" y="134696"/>
                </a:lnTo>
                <a:lnTo>
                  <a:pt x="51422" y="173405"/>
                </a:lnTo>
                <a:lnTo>
                  <a:pt x="78003" y="208559"/>
                </a:lnTo>
                <a:lnTo>
                  <a:pt x="109105" y="239598"/>
                </a:lnTo>
                <a:lnTo>
                  <a:pt x="144221" y="266064"/>
                </a:lnTo>
                <a:lnTo>
                  <a:pt x="182905" y="287515"/>
                </a:lnTo>
                <a:lnTo>
                  <a:pt x="224650" y="303441"/>
                </a:lnTo>
                <a:lnTo>
                  <a:pt x="268973" y="313334"/>
                </a:lnTo>
                <a:lnTo>
                  <a:pt x="315404" y="316737"/>
                </a:lnTo>
                <a:lnTo>
                  <a:pt x="362013" y="313308"/>
                </a:lnTo>
                <a:lnTo>
                  <a:pt x="406488" y="303339"/>
                </a:lnTo>
                <a:lnTo>
                  <a:pt x="448373" y="287299"/>
                </a:lnTo>
                <a:lnTo>
                  <a:pt x="487146" y="265696"/>
                </a:lnTo>
                <a:lnTo>
                  <a:pt x="522325" y="239064"/>
                </a:lnTo>
                <a:lnTo>
                  <a:pt x="553440" y="207810"/>
                </a:lnTo>
                <a:lnTo>
                  <a:pt x="580009" y="172453"/>
                </a:lnTo>
                <a:lnTo>
                  <a:pt x="601497" y="133527"/>
                </a:lnTo>
                <a:lnTo>
                  <a:pt x="617448" y="91478"/>
                </a:lnTo>
                <a:lnTo>
                  <a:pt x="627392" y="46786"/>
                </a:lnTo>
                <a:lnTo>
                  <a:pt x="630809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61544" y="3657600"/>
            <a:ext cx="631190" cy="316865"/>
          </a:xfrm>
          <a:custGeom>
            <a:avLst/>
            <a:gdLst/>
            <a:ahLst/>
            <a:cxnLst/>
            <a:rect l="l" t="t" r="r" b="b"/>
            <a:pathLst>
              <a:path w="631190" h="316864">
                <a:moveTo>
                  <a:pt x="630809" y="0"/>
                </a:moveTo>
                <a:lnTo>
                  <a:pt x="315404" y="0"/>
                </a:lnTo>
                <a:lnTo>
                  <a:pt x="0" y="1778"/>
                </a:lnTo>
                <a:lnTo>
                  <a:pt x="3657" y="48387"/>
                </a:lnTo>
                <a:lnTo>
                  <a:pt x="13766" y="92709"/>
                </a:lnTo>
                <a:lnTo>
                  <a:pt x="29844" y="134620"/>
                </a:lnTo>
                <a:lnTo>
                  <a:pt x="51422" y="173481"/>
                </a:lnTo>
                <a:lnTo>
                  <a:pt x="78003" y="208661"/>
                </a:lnTo>
                <a:lnTo>
                  <a:pt x="109105" y="239585"/>
                </a:lnTo>
                <a:lnTo>
                  <a:pt x="144221" y="266052"/>
                </a:lnTo>
                <a:lnTo>
                  <a:pt x="182905" y="287502"/>
                </a:lnTo>
                <a:lnTo>
                  <a:pt x="224650" y="303441"/>
                </a:lnTo>
                <a:lnTo>
                  <a:pt x="268973" y="313334"/>
                </a:lnTo>
                <a:lnTo>
                  <a:pt x="315404" y="316738"/>
                </a:lnTo>
                <a:lnTo>
                  <a:pt x="362013" y="313309"/>
                </a:lnTo>
                <a:lnTo>
                  <a:pt x="406488" y="303339"/>
                </a:lnTo>
                <a:lnTo>
                  <a:pt x="448373" y="287312"/>
                </a:lnTo>
                <a:lnTo>
                  <a:pt x="487146" y="265709"/>
                </a:lnTo>
                <a:lnTo>
                  <a:pt x="522325" y="239064"/>
                </a:lnTo>
                <a:lnTo>
                  <a:pt x="553440" y="207899"/>
                </a:lnTo>
                <a:lnTo>
                  <a:pt x="580009" y="172593"/>
                </a:lnTo>
                <a:lnTo>
                  <a:pt x="601497" y="133477"/>
                </a:lnTo>
                <a:lnTo>
                  <a:pt x="617448" y="91440"/>
                </a:lnTo>
                <a:lnTo>
                  <a:pt x="627392" y="46736"/>
                </a:lnTo>
                <a:lnTo>
                  <a:pt x="630809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8619743" y="3834383"/>
            <a:ext cx="524510" cy="810895"/>
          </a:xfrm>
          <a:custGeom>
            <a:avLst/>
            <a:gdLst/>
            <a:ahLst/>
            <a:cxnLst/>
            <a:rect l="l" t="t" r="r" b="b"/>
            <a:pathLst>
              <a:path w="524509" h="810895">
                <a:moveTo>
                  <a:pt x="153034" y="0"/>
                </a:moveTo>
                <a:lnTo>
                  <a:pt x="0" y="0"/>
                </a:lnTo>
                <a:lnTo>
                  <a:pt x="2794" y="48259"/>
                </a:lnTo>
                <a:lnTo>
                  <a:pt x="10922" y="94843"/>
                </a:lnTo>
                <a:lnTo>
                  <a:pt x="24129" y="139484"/>
                </a:lnTo>
                <a:lnTo>
                  <a:pt x="42036" y="181902"/>
                </a:lnTo>
                <a:lnTo>
                  <a:pt x="64261" y="221716"/>
                </a:lnTo>
                <a:lnTo>
                  <a:pt x="90804" y="258686"/>
                </a:lnTo>
                <a:lnTo>
                  <a:pt x="121030" y="292442"/>
                </a:lnTo>
                <a:lnTo>
                  <a:pt x="154685" y="322719"/>
                </a:lnTo>
                <a:lnTo>
                  <a:pt x="191515" y="349199"/>
                </a:lnTo>
                <a:lnTo>
                  <a:pt x="231266" y="371525"/>
                </a:lnTo>
                <a:lnTo>
                  <a:pt x="273684" y="389458"/>
                </a:lnTo>
                <a:lnTo>
                  <a:pt x="318261" y="402640"/>
                </a:lnTo>
                <a:lnTo>
                  <a:pt x="337184" y="405955"/>
                </a:lnTo>
                <a:lnTo>
                  <a:pt x="318261" y="409232"/>
                </a:lnTo>
                <a:lnTo>
                  <a:pt x="273684" y="422389"/>
                </a:lnTo>
                <a:lnTo>
                  <a:pt x="231266" y="440258"/>
                </a:lnTo>
                <a:lnTo>
                  <a:pt x="191515" y="462521"/>
                </a:lnTo>
                <a:lnTo>
                  <a:pt x="154558" y="488911"/>
                </a:lnTo>
                <a:lnTo>
                  <a:pt x="121030" y="519087"/>
                </a:lnTo>
                <a:lnTo>
                  <a:pt x="90804" y="552729"/>
                </a:lnTo>
                <a:lnTo>
                  <a:pt x="64261" y="589572"/>
                </a:lnTo>
                <a:lnTo>
                  <a:pt x="41909" y="629259"/>
                </a:lnTo>
                <a:lnTo>
                  <a:pt x="24002" y="671525"/>
                </a:lnTo>
                <a:lnTo>
                  <a:pt x="10922" y="716013"/>
                </a:lnTo>
                <a:lnTo>
                  <a:pt x="2794" y="762469"/>
                </a:lnTo>
                <a:lnTo>
                  <a:pt x="0" y="810513"/>
                </a:lnTo>
                <a:lnTo>
                  <a:pt x="153034" y="810513"/>
                </a:lnTo>
                <a:lnTo>
                  <a:pt x="157225" y="763904"/>
                </a:lnTo>
                <a:lnTo>
                  <a:pt x="169290" y="720026"/>
                </a:lnTo>
                <a:lnTo>
                  <a:pt x="188467" y="679653"/>
                </a:lnTo>
                <a:lnTo>
                  <a:pt x="214122" y="643445"/>
                </a:lnTo>
                <a:lnTo>
                  <a:pt x="245363" y="612165"/>
                </a:lnTo>
                <a:lnTo>
                  <a:pt x="281685" y="586587"/>
                </a:lnTo>
                <a:lnTo>
                  <a:pt x="322199" y="567397"/>
                </a:lnTo>
                <a:lnTo>
                  <a:pt x="366140" y="555332"/>
                </a:lnTo>
                <a:lnTo>
                  <a:pt x="412623" y="551129"/>
                </a:lnTo>
                <a:lnTo>
                  <a:pt x="459485" y="555307"/>
                </a:lnTo>
                <a:lnTo>
                  <a:pt x="503427" y="567334"/>
                </a:lnTo>
                <a:lnTo>
                  <a:pt x="524128" y="577138"/>
                </a:lnTo>
                <a:lnTo>
                  <a:pt x="524128" y="414121"/>
                </a:lnTo>
                <a:lnTo>
                  <a:pt x="507619" y="409232"/>
                </a:lnTo>
                <a:lnTo>
                  <a:pt x="488696" y="405955"/>
                </a:lnTo>
                <a:lnTo>
                  <a:pt x="507619" y="402628"/>
                </a:lnTo>
                <a:lnTo>
                  <a:pt x="524128" y="397738"/>
                </a:lnTo>
                <a:lnTo>
                  <a:pt x="524128" y="234657"/>
                </a:lnTo>
                <a:lnTo>
                  <a:pt x="503681" y="244424"/>
                </a:lnTo>
                <a:lnTo>
                  <a:pt x="459739" y="256552"/>
                </a:lnTo>
                <a:lnTo>
                  <a:pt x="412876" y="260781"/>
                </a:lnTo>
                <a:lnTo>
                  <a:pt x="366395" y="256590"/>
                </a:lnTo>
                <a:lnTo>
                  <a:pt x="322452" y="244487"/>
                </a:lnTo>
                <a:lnTo>
                  <a:pt x="281939" y="225196"/>
                </a:lnTo>
                <a:lnTo>
                  <a:pt x="245490" y="199466"/>
                </a:lnTo>
                <a:lnTo>
                  <a:pt x="214249" y="168059"/>
                </a:lnTo>
                <a:lnTo>
                  <a:pt x="188595" y="131648"/>
                </a:lnTo>
                <a:lnTo>
                  <a:pt x="169290" y="91033"/>
                </a:lnTo>
                <a:lnTo>
                  <a:pt x="157225" y="46862"/>
                </a:lnTo>
                <a:lnTo>
                  <a:pt x="153034" y="0"/>
                </a:lnTo>
                <a:close/>
              </a:path>
            </a:pathLst>
          </a:custGeom>
          <a:solidFill>
            <a:srgbClr val="9D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620" y="4571"/>
            <a:ext cx="1907539" cy="463550"/>
          </a:xfrm>
          <a:custGeom>
            <a:avLst/>
            <a:gdLst/>
            <a:ahLst/>
            <a:cxnLst/>
            <a:rect l="l" t="t" r="r" b="b"/>
            <a:pathLst>
              <a:path w="1907539" h="463550">
                <a:moveTo>
                  <a:pt x="0" y="157479"/>
                </a:moveTo>
                <a:lnTo>
                  <a:pt x="93005" y="157479"/>
                </a:lnTo>
                <a:lnTo>
                  <a:pt x="93005" y="0"/>
                </a:lnTo>
              </a:path>
              <a:path w="1907539" h="463550">
                <a:moveTo>
                  <a:pt x="93005" y="0"/>
                </a:moveTo>
                <a:lnTo>
                  <a:pt x="93005" y="157479"/>
                </a:lnTo>
                <a:lnTo>
                  <a:pt x="394906" y="157479"/>
                </a:lnTo>
                <a:lnTo>
                  <a:pt x="394906" y="0"/>
                </a:lnTo>
              </a:path>
              <a:path w="1907539" h="463550">
                <a:moveTo>
                  <a:pt x="394906" y="0"/>
                </a:moveTo>
                <a:lnTo>
                  <a:pt x="394906" y="157479"/>
                </a:lnTo>
                <a:lnTo>
                  <a:pt x="696785" y="157479"/>
                </a:lnTo>
                <a:lnTo>
                  <a:pt x="696785" y="0"/>
                </a:lnTo>
              </a:path>
              <a:path w="1907539" h="463550">
                <a:moveTo>
                  <a:pt x="696785" y="0"/>
                </a:moveTo>
                <a:lnTo>
                  <a:pt x="696785" y="157479"/>
                </a:lnTo>
                <a:lnTo>
                  <a:pt x="998689" y="157479"/>
                </a:lnTo>
                <a:lnTo>
                  <a:pt x="998689" y="0"/>
                </a:lnTo>
              </a:path>
              <a:path w="1907539" h="463550">
                <a:moveTo>
                  <a:pt x="998689" y="0"/>
                </a:moveTo>
                <a:lnTo>
                  <a:pt x="998689" y="157479"/>
                </a:lnTo>
                <a:lnTo>
                  <a:pt x="1303528" y="157479"/>
                </a:lnTo>
                <a:lnTo>
                  <a:pt x="1303528" y="0"/>
                </a:lnTo>
              </a:path>
              <a:path w="1907539" h="463550">
                <a:moveTo>
                  <a:pt x="1303528" y="0"/>
                </a:moveTo>
                <a:lnTo>
                  <a:pt x="1303528" y="157479"/>
                </a:lnTo>
                <a:lnTo>
                  <a:pt x="1605534" y="157479"/>
                </a:lnTo>
                <a:lnTo>
                  <a:pt x="1605534" y="0"/>
                </a:lnTo>
              </a:path>
              <a:path w="1907539" h="463550">
                <a:moveTo>
                  <a:pt x="1605534" y="0"/>
                </a:moveTo>
                <a:lnTo>
                  <a:pt x="1605534" y="157479"/>
                </a:lnTo>
                <a:lnTo>
                  <a:pt x="1907413" y="157479"/>
                </a:lnTo>
                <a:lnTo>
                  <a:pt x="1907413" y="0"/>
                </a:lnTo>
              </a:path>
              <a:path w="1907539" h="463550">
                <a:moveTo>
                  <a:pt x="0" y="463041"/>
                </a:moveTo>
                <a:lnTo>
                  <a:pt x="93005" y="463041"/>
                </a:lnTo>
                <a:lnTo>
                  <a:pt x="93005" y="157479"/>
                </a:lnTo>
                <a:lnTo>
                  <a:pt x="0" y="157479"/>
                </a:lnTo>
              </a:path>
              <a:path w="1907539" h="463550">
                <a:moveTo>
                  <a:pt x="93005" y="463041"/>
                </a:moveTo>
                <a:lnTo>
                  <a:pt x="394884" y="463041"/>
                </a:lnTo>
                <a:lnTo>
                  <a:pt x="394884" y="157403"/>
                </a:lnTo>
                <a:lnTo>
                  <a:pt x="93005" y="157403"/>
                </a:lnTo>
                <a:lnTo>
                  <a:pt x="93005" y="463041"/>
                </a:lnTo>
                <a:close/>
              </a:path>
              <a:path w="1907539" h="463550">
                <a:moveTo>
                  <a:pt x="394906" y="463041"/>
                </a:moveTo>
                <a:lnTo>
                  <a:pt x="696785" y="463041"/>
                </a:lnTo>
                <a:lnTo>
                  <a:pt x="696785" y="157403"/>
                </a:lnTo>
                <a:lnTo>
                  <a:pt x="394906" y="157403"/>
                </a:lnTo>
                <a:lnTo>
                  <a:pt x="394906" y="463041"/>
                </a:lnTo>
                <a:close/>
              </a:path>
              <a:path w="1907539" h="463550">
                <a:moveTo>
                  <a:pt x="696785" y="463041"/>
                </a:moveTo>
                <a:lnTo>
                  <a:pt x="998664" y="463041"/>
                </a:lnTo>
                <a:lnTo>
                  <a:pt x="998664" y="157403"/>
                </a:lnTo>
                <a:lnTo>
                  <a:pt x="696785" y="157403"/>
                </a:lnTo>
                <a:lnTo>
                  <a:pt x="696785" y="463041"/>
                </a:lnTo>
                <a:close/>
              </a:path>
              <a:path w="1907539" h="463550">
                <a:moveTo>
                  <a:pt x="998689" y="463041"/>
                </a:moveTo>
                <a:lnTo>
                  <a:pt x="1303616" y="463041"/>
                </a:lnTo>
                <a:lnTo>
                  <a:pt x="1303616" y="157403"/>
                </a:lnTo>
                <a:lnTo>
                  <a:pt x="998689" y="157403"/>
                </a:lnTo>
                <a:lnTo>
                  <a:pt x="998689" y="463041"/>
                </a:lnTo>
                <a:close/>
              </a:path>
              <a:path w="1907539" h="463550">
                <a:moveTo>
                  <a:pt x="1303528" y="463041"/>
                </a:moveTo>
                <a:lnTo>
                  <a:pt x="1605407" y="463041"/>
                </a:lnTo>
                <a:lnTo>
                  <a:pt x="1605407" y="157403"/>
                </a:lnTo>
                <a:lnTo>
                  <a:pt x="1303528" y="157403"/>
                </a:lnTo>
                <a:lnTo>
                  <a:pt x="1303528" y="463041"/>
                </a:lnTo>
                <a:close/>
              </a:path>
              <a:path w="1907539" h="463550">
                <a:moveTo>
                  <a:pt x="1605534" y="463041"/>
                </a:moveTo>
                <a:lnTo>
                  <a:pt x="1907413" y="463041"/>
                </a:lnTo>
                <a:lnTo>
                  <a:pt x="1907413" y="157403"/>
                </a:lnTo>
                <a:lnTo>
                  <a:pt x="1605534" y="157403"/>
                </a:lnTo>
                <a:lnTo>
                  <a:pt x="1605534" y="463041"/>
                </a:lnTo>
                <a:close/>
              </a:path>
            </a:pathLst>
          </a:custGeom>
          <a:ln w="9144">
            <a:solidFill>
              <a:srgbClr val="5152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bg object 6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1959"/>
            <a:ext cx="1066800" cy="1066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3686" y="1861185"/>
            <a:ext cx="4516627" cy="1246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94584"/>
            <a:ext cx="6400800" cy="1292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8847"/>
            <a:ext cx="3977640" cy="34114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8847"/>
            <a:ext cx="3977640" cy="34114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3" y="4920996"/>
            <a:ext cx="3075940" cy="0"/>
          </a:xfrm>
          <a:custGeom>
            <a:avLst/>
            <a:gdLst/>
            <a:ahLst/>
            <a:cxnLst/>
            <a:rect l="l" t="t" r="r" b="b"/>
            <a:pathLst>
              <a:path w="3075940">
                <a:moveTo>
                  <a:pt x="0" y="0"/>
                </a:moveTo>
                <a:lnTo>
                  <a:pt x="3075432" y="0"/>
                </a:lnTo>
              </a:path>
            </a:pathLst>
          </a:custGeom>
          <a:ln w="9144">
            <a:solidFill>
              <a:srgbClr val="202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86800" y="170687"/>
            <a:ext cx="457200" cy="810260"/>
          </a:xfrm>
          <a:custGeom>
            <a:avLst/>
            <a:gdLst/>
            <a:ahLst/>
            <a:cxnLst/>
            <a:rect l="l" t="t" r="r" b="b"/>
            <a:pathLst>
              <a:path w="457200" h="810260">
                <a:moveTo>
                  <a:pt x="153161" y="0"/>
                </a:moveTo>
                <a:lnTo>
                  <a:pt x="0" y="0"/>
                </a:lnTo>
                <a:lnTo>
                  <a:pt x="2794" y="48133"/>
                </a:lnTo>
                <a:lnTo>
                  <a:pt x="10922" y="94614"/>
                </a:lnTo>
                <a:lnTo>
                  <a:pt x="24129" y="139319"/>
                </a:lnTo>
                <a:lnTo>
                  <a:pt x="42036" y="181610"/>
                </a:lnTo>
                <a:lnTo>
                  <a:pt x="64389" y="221361"/>
                </a:lnTo>
                <a:lnTo>
                  <a:pt x="90804" y="258190"/>
                </a:lnTo>
                <a:lnTo>
                  <a:pt x="121030" y="291973"/>
                </a:lnTo>
                <a:lnTo>
                  <a:pt x="154685" y="322199"/>
                </a:lnTo>
                <a:lnTo>
                  <a:pt x="191643" y="348614"/>
                </a:lnTo>
                <a:lnTo>
                  <a:pt x="231394" y="370839"/>
                </a:lnTo>
                <a:lnTo>
                  <a:pt x="273684" y="388747"/>
                </a:lnTo>
                <a:lnTo>
                  <a:pt x="318261" y="401827"/>
                </a:lnTo>
                <a:lnTo>
                  <a:pt x="337057" y="405129"/>
                </a:lnTo>
                <a:lnTo>
                  <a:pt x="318261" y="408304"/>
                </a:lnTo>
                <a:lnTo>
                  <a:pt x="273684" y="421386"/>
                </a:lnTo>
                <a:lnTo>
                  <a:pt x="231394" y="439293"/>
                </a:lnTo>
                <a:lnTo>
                  <a:pt x="191643" y="461645"/>
                </a:lnTo>
                <a:lnTo>
                  <a:pt x="154685" y="488061"/>
                </a:lnTo>
                <a:lnTo>
                  <a:pt x="120903" y="518287"/>
                </a:lnTo>
                <a:lnTo>
                  <a:pt x="90677" y="551941"/>
                </a:lnTo>
                <a:lnTo>
                  <a:pt x="64261" y="588899"/>
                </a:lnTo>
                <a:lnTo>
                  <a:pt x="41909" y="628650"/>
                </a:lnTo>
                <a:lnTo>
                  <a:pt x="24002" y="670940"/>
                </a:lnTo>
                <a:lnTo>
                  <a:pt x="10922" y="715645"/>
                </a:lnTo>
                <a:lnTo>
                  <a:pt x="2794" y="762126"/>
                </a:lnTo>
                <a:lnTo>
                  <a:pt x="0" y="810260"/>
                </a:lnTo>
                <a:lnTo>
                  <a:pt x="153161" y="810260"/>
                </a:lnTo>
                <a:lnTo>
                  <a:pt x="157352" y="763524"/>
                </a:lnTo>
                <a:lnTo>
                  <a:pt x="169418" y="719582"/>
                </a:lnTo>
                <a:lnTo>
                  <a:pt x="188595" y="679196"/>
                </a:lnTo>
                <a:lnTo>
                  <a:pt x="214249" y="642874"/>
                </a:lnTo>
                <a:lnTo>
                  <a:pt x="245491" y="611504"/>
                </a:lnTo>
                <a:lnTo>
                  <a:pt x="281685" y="585977"/>
                </a:lnTo>
                <a:lnTo>
                  <a:pt x="322199" y="566674"/>
                </a:lnTo>
                <a:lnTo>
                  <a:pt x="366141" y="554609"/>
                </a:lnTo>
                <a:lnTo>
                  <a:pt x="412876" y="550418"/>
                </a:lnTo>
                <a:lnTo>
                  <a:pt x="457200" y="554354"/>
                </a:lnTo>
                <a:lnTo>
                  <a:pt x="457200" y="255777"/>
                </a:lnTo>
                <a:lnTo>
                  <a:pt x="413130" y="259714"/>
                </a:lnTo>
                <a:lnTo>
                  <a:pt x="366395" y="255524"/>
                </a:lnTo>
                <a:lnTo>
                  <a:pt x="322452" y="243459"/>
                </a:lnTo>
                <a:lnTo>
                  <a:pt x="281940" y="224282"/>
                </a:lnTo>
                <a:lnTo>
                  <a:pt x="245618" y="198627"/>
                </a:lnTo>
                <a:lnTo>
                  <a:pt x="214375" y="167386"/>
                </a:lnTo>
                <a:lnTo>
                  <a:pt x="188595" y="131190"/>
                </a:lnTo>
                <a:lnTo>
                  <a:pt x="169418" y="90677"/>
                </a:lnTo>
                <a:lnTo>
                  <a:pt x="157352" y="46736"/>
                </a:lnTo>
                <a:lnTo>
                  <a:pt x="153161" y="0"/>
                </a:lnTo>
                <a:close/>
              </a:path>
            </a:pathLst>
          </a:custGeom>
          <a:solidFill>
            <a:srgbClr val="9D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32838" y="303987"/>
            <a:ext cx="4878323" cy="6408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775" y="1750885"/>
            <a:ext cx="8124825" cy="1541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807077"/>
            <a:ext cx="2926080" cy="25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807077"/>
            <a:ext cx="2103120" cy="25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807077"/>
            <a:ext cx="2103120" cy="25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psaavedra32@soy.sena.edu.co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mailto:rprada82@soy.sena.edu.co" TargetMode="External"/><Relationship Id="rId4" Type="http://schemas.openxmlformats.org/officeDocument/2006/relationships/hyperlink" Target="mailto:msnarvaez21@soy.sena.edu.c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391119" y="2331496"/>
            <a:ext cx="451662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8460" marR="5080" indent="-335280" algn="ctr">
              <a:lnSpc>
                <a:spcPct val="100000"/>
              </a:lnSpc>
              <a:spcBef>
                <a:spcPts val="105"/>
              </a:spcBef>
            </a:pPr>
            <a:r>
              <a:rPr lang="es-ES" sz="3200" spc="-65" dirty="0"/>
              <a:t>Equipo de </a:t>
            </a:r>
            <a:r>
              <a:rPr sz="3200" spc="-10" dirty="0"/>
              <a:t>Desarrollo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4079240" y="3945513"/>
            <a:ext cx="985519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1600" b="1" spc="-20" dirty="0">
                <a:solidFill>
                  <a:srgbClr val="202020"/>
                </a:solidFill>
                <a:latin typeface="Tahoma"/>
                <a:cs typeface="Tahoma"/>
              </a:rPr>
              <a:t>SENA ADSO </a:t>
            </a:r>
            <a:r>
              <a:rPr sz="1600" b="1" spc="-10" dirty="0">
                <a:solidFill>
                  <a:srgbClr val="202020"/>
                </a:solidFill>
                <a:latin typeface="Tahoma"/>
                <a:cs typeface="Tahoma"/>
              </a:rPr>
              <a:t>2899747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3779519"/>
            <a:ext cx="1905000" cy="1383792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B81EC260-45D7-9F53-D520-F6E28ED9F3EF}"/>
              </a:ext>
            </a:extLst>
          </p:cNvPr>
          <p:cNvSpPr txBox="1">
            <a:spLocks/>
          </p:cNvSpPr>
          <p:nvPr/>
        </p:nvSpPr>
        <p:spPr>
          <a:xfrm>
            <a:off x="2355807" y="383805"/>
            <a:ext cx="4516627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ea typeface="+mj-ea"/>
                <a:cs typeface="Arial"/>
              </a:defRPr>
            </a:lvl1pPr>
          </a:lstStyle>
          <a:p>
            <a:pPr marL="378460" marR="5080" indent="-335280" algn="ctr">
              <a:spcBef>
                <a:spcPts val="105"/>
              </a:spcBef>
            </a:pPr>
            <a:r>
              <a:rPr lang="es-CO" sz="6600" spc="-65" dirty="0"/>
              <a:t>SGH</a:t>
            </a:r>
            <a:endParaRPr lang="es-CO" sz="660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3DAC880-5321-7528-E9EB-65A0F94998EC}"/>
              </a:ext>
            </a:extLst>
          </p:cNvPr>
          <p:cNvSpPr txBox="1">
            <a:spLocks/>
          </p:cNvSpPr>
          <p:nvPr/>
        </p:nvSpPr>
        <p:spPr>
          <a:xfrm>
            <a:off x="2438400" y="1283090"/>
            <a:ext cx="4516627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ea typeface="+mj-ea"/>
                <a:cs typeface="Arial"/>
              </a:defRPr>
            </a:lvl1pPr>
          </a:lstStyle>
          <a:p>
            <a:pPr marL="378460" marR="5080" indent="-335280" algn="ctr">
              <a:spcBef>
                <a:spcPts val="105"/>
              </a:spcBef>
            </a:pPr>
            <a:r>
              <a:rPr lang="es-ES" sz="1600" dirty="0"/>
              <a:t>Sistema de Gestión de Horarios</a:t>
            </a:r>
            <a:endParaRPr lang="es-CO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Desarrollador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2494" y="1271904"/>
            <a:ext cx="1347470" cy="6731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Backend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Desarrollo</a:t>
            </a:r>
            <a:r>
              <a:rPr sz="1200" spc="2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Backend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5576" y="1179575"/>
            <a:ext cx="2057400" cy="3115310"/>
          </a:xfrm>
          <a:custGeom>
            <a:avLst/>
            <a:gdLst/>
            <a:ahLst/>
            <a:cxnLst/>
            <a:rect l="l" t="t" r="r" b="b"/>
            <a:pathLst>
              <a:path w="2057400" h="3115310">
                <a:moveTo>
                  <a:pt x="2057400" y="0"/>
                </a:moveTo>
                <a:lnTo>
                  <a:pt x="0" y="0"/>
                </a:lnTo>
                <a:lnTo>
                  <a:pt x="0" y="3114929"/>
                </a:lnTo>
                <a:lnTo>
                  <a:pt x="2057400" y="3114929"/>
                </a:lnTo>
                <a:lnTo>
                  <a:pt x="2057400" y="0"/>
                </a:lnTo>
                <a:close/>
              </a:path>
            </a:pathLst>
          </a:custGeom>
          <a:solidFill>
            <a:srgbClr val="5152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04488" y="3755135"/>
            <a:ext cx="1179830" cy="344325"/>
          </a:xfrm>
          <a:prstGeom prst="rect">
            <a:avLst/>
          </a:prstGeom>
          <a:solidFill>
            <a:srgbClr val="9DA879"/>
          </a:solidFill>
        </p:spPr>
        <p:txBody>
          <a:bodyPr vert="horz" wrap="square" lIns="0" tIns="36195" rIns="0" bIns="0" rtlCol="0">
            <a:spAutoFit/>
          </a:bodyPr>
          <a:lstStyle/>
          <a:p>
            <a:pPr marL="330200" marR="155575" indent="-155575">
              <a:lnSpc>
                <a:spcPct val="100000"/>
              </a:lnSpc>
              <a:spcBef>
                <a:spcPts val="285"/>
              </a:spcBef>
            </a:pP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Martin</a:t>
            </a:r>
            <a:r>
              <a:rPr lang="es-ES" sz="1000" b="1" spc="-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000" b="1" spc="-10" dirty="0" err="1">
                <a:solidFill>
                  <a:srgbClr val="202020"/>
                </a:solidFill>
                <a:latin typeface="Tahoma"/>
                <a:cs typeface="Tahoma"/>
              </a:rPr>
              <a:t>Stiben</a:t>
            </a: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 Narváez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0287" y="1417319"/>
            <a:ext cx="542290" cy="542290"/>
            <a:chOff x="780287" y="1417319"/>
            <a:chExt cx="542290" cy="542290"/>
          </a:xfrm>
        </p:grpSpPr>
        <p:sp>
          <p:nvSpPr>
            <p:cNvPr id="8" name="object 8"/>
            <p:cNvSpPr/>
            <p:nvPr/>
          </p:nvSpPr>
          <p:spPr>
            <a:xfrm>
              <a:off x="780287" y="1417319"/>
              <a:ext cx="542290" cy="542290"/>
            </a:xfrm>
            <a:custGeom>
              <a:avLst/>
              <a:gdLst/>
              <a:ahLst/>
              <a:cxnLst/>
              <a:rect l="l" t="t" r="r" b="b"/>
              <a:pathLst>
                <a:path w="542290" h="542289">
                  <a:moveTo>
                    <a:pt x="542036" y="0"/>
                  </a:moveTo>
                  <a:lnTo>
                    <a:pt x="0" y="0"/>
                  </a:lnTo>
                  <a:lnTo>
                    <a:pt x="0" y="542035"/>
                  </a:lnTo>
                  <a:lnTo>
                    <a:pt x="542036" y="542035"/>
                  </a:lnTo>
                  <a:lnTo>
                    <a:pt x="542036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7344" y="1493011"/>
              <a:ext cx="396240" cy="399415"/>
            </a:xfrm>
            <a:custGeom>
              <a:avLst/>
              <a:gdLst/>
              <a:ahLst/>
              <a:cxnLst/>
              <a:rect l="l" t="t" r="r" b="b"/>
              <a:pathLst>
                <a:path w="396240" h="399414">
                  <a:moveTo>
                    <a:pt x="210273" y="165176"/>
                  </a:moveTo>
                  <a:lnTo>
                    <a:pt x="188937" y="165176"/>
                  </a:lnTo>
                  <a:lnTo>
                    <a:pt x="188937" y="189484"/>
                  </a:lnTo>
                  <a:lnTo>
                    <a:pt x="210273" y="189484"/>
                  </a:lnTo>
                  <a:lnTo>
                    <a:pt x="210273" y="165176"/>
                  </a:lnTo>
                  <a:close/>
                </a:path>
                <a:path w="396240" h="399414">
                  <a:moveTo>
                    <a:pt x="234607" y="73761"/>
                  </a:moveTo>
                  <a:lnTo>
                    <a:pt x="188937" y="73761"/>
                  </a:lnTo>
                  <a:lnTo>
                    <a:pt x="188937" y="94996"/>
                  </a:lnTo>
                  <a:lnTo>
                    <a:pt x="234607" y="94996"/>
                  </a:lnTo>
                  <a:lnTo>
                    <a:pt x="234607" y="73761"/>
                  </a:lnTo>
                  <a:close/>
                </a:path>
                <a:path w="396240" h="399414">
                  <a:moveTo>
                    <a:pt x="255993" y="119456"/>
                  </a:moveTo>
                  <a:lnTo>
                    <a:pt x="188937" y="119456"/>
                  </a:lnTo>
                  <a:lnTo>
                    <a:pt x="188937" y="140716"/>
                  </a:lnTo>
                  <a:lnTo>
                    <a:pt x="255993" y="140716"/>
                  </a:lnTo>
                  <a:lnTo>
                    <a:pt x="255993" y="119456"/>
                  </a:lnTo>
                  <a:close/>
                </a:path>
                <a:path w="396240" h="399414">
                  <a:moveTo>
                    <a:pt x="303098" y="376301"/>
                  </a:moveTo>
                  <a:lnTo>
                    <a:pt x="258711" y="376301"/>
                  </a:lnTo>
                  <a:lnTo>
                    <a:pt x="258711" y="371233"/>
                  </a:lnTo>
                  <a:lnTo>
                    <a:pt x="136956" y="371233"/>
                  </a:lnTo>
                  <a:lnTo>
                    <a:pt x="136956" y="376301"/>
                  </a:lnTo>
                  <a:lnTo>
                    <a:pt x="93065" y="376301"/>
                  </a:lnTo>
                  <a:lnTo>
                    <a:pt x="93065" y="399415"/>
                  </a:lnTo>
                  <a:lnTo>
                    <a:pt x="303098" y="399415"/>
                  </a:lnTo>
                  <a:lnTo>
                    <a:pt x="303098" y="376301"/>
                  </a:lnTo>
                  <a:close/>
                </a:path>
                <a:path w="396240" h="399414">
                  <a:moveTo>
                    <a:pt x="326097" y="0"/>
                  </a:moveTo>
                  <a:lnTo>
                    <a:pt x="279958" y="0"/>
                  </a:lnTo>
                  <a:lnTo>
                    <a:pt x="279958" y="48260"/>
                  </a:lnTo>
                  <a:lnTo>
                    <a:pt x="279958" y="49530"/>
                  </a:lnTo>
                  <a:lnTo>
                    <a:pt x="256921" y="49530"/>
                  </a:lnTo>
                  <a:lnTo>
                    <a:pt x="256921" y="96520"/>
                  </a:lnTo>
                  <a:lnTo>
                    <a:pt x="279958" y="96520"/>
                  </a:lnTo>
                  <a:lnTo>
                    <a:pt x="279958" y="165100"/>
                  </a:lnTo>
                  <a:lnTo>
                    <a:pt x="233057" y="165100"/>
                  </a:lnTo>
                  <a:lnTo>
                    <a:pt x="233057" y="212090"/>
                  </a:lnTo>
                  <a:lnTo>
                    <a:pt x="163880" y="212090"/>
                  </a:lnTo>
                  <a:lnTo>
                    <a:pt x="163880" y="188468"/>
                  </a:lnTo>
                  <a:lnTo>
                    <a:pt x="163880" y="187960"/>
                  </a:lnTo>
                  <a:lnTo>
                    <a:pt x="163880" y="165862"/>
                  </a:lnTo>
                  <a:lnTo>
                    <a:pt x="140042" y="165862"/>
                  </a:lnTo>
                  <a:lnTo>
                    <a:pt x="140042" y="187960"/>
                  </a:lnTo>
                  <a:lnTo>
                    <a:pt x="116967" y="187960"/>
                  </a:lnTo>
                  <a:lnTo>
                    <a:pt x="116967" y="165100"/>
                  </a:lnTo>
                  <a:lnTo>
                    <a:pt x="163880" y="165100"/>
                  </a:lnTo>
                  <a:lnTo>
                    <a:pt x="163880" y="141224"/>
                  </a:lnTo>
                  <a:lnTo>
                    <a:pt x="163880" y="140970"/>
                  </a:lnTo>
                  <a:lnTo>
                    <a:pt x="163880" y="118884"/>
                  </a:lnTo>
                  <a:lnTo>
                    <a:pt x="140042" y="118884"/>
                  </a:lnTo>
                  <a:lnTo>
                    <a:pt x="140042" y="140970"/>
                  </a:lnTo>
                  <a:lnTo>
                    <a:pt x="116967" y="140970"/>
                  </a:lnTo>
                  <a:lnTo>
                    <a:pt x="116967" y="118110"/>
                  </a:lnTo>
                  <a:lnTo>
                    <a:pt x="163880" y="118110"/>
                  </a:lnTo>
                  <a:lnTo>
                    <a:pt x="163880" y="93980"/>
                  </a:lnTo>
                  <a:lnTo>
                    <a:pt x="163880" y="48260"/>
                  </a:lnTo>
                  <a:lnTo>
                    <a:pt x="279958" y="48260"/>
                  </a:lnTo>
                  <a:lnTo>
                    <a:pt x="279958" y="0"/>
                  </a:lnTo>
                  <a:lnTo>
                    <a:pt x="140042" y="0"/>
                  </a:lnTo>
                  <a:lnTo>
                    <a:pt x="140042" y="71120"/>
                  </a:lnTo>
                  <a:lnTo>
                    <a:pt x="140042" y="93980"/>
                  </a:lnTo>
                  <a:lnTo>
                    <a:pt x="116967" y="93980"/>
                  </a:lnTo>
                  <a:lnTo>
                    <a:pt x="116967" y="71120"/>
                  </a:lnTo>
                  <a:lnTo>
                    <a:pt x="140042" y="71120"/>
                  </a:lnTo>
                  <a:lnTo>
                    <a:pt x="140042" y="0"/>
                  </a:lnTo>
                  <a:lnTo>
                    <a:pt x="70065" y="0"/>
                  </a:lnTo>
                  <a:lnTo>
                    <a:pt x="70065" y="71120"/>
                  </a:lnTo>
                  <a:lnTo>
                    <a:pt x="70065" y="93980"/>
                  </a:lnTo>
                  <a:lnTo>
                    <a:pt x="70065" y="259080"/>
                  </a:lnTo>
                  <a:lnTo>
                    <a:pt x="326097" y="259080"/>
                  </a:lnTo>
                  <a:lnTo>
                    <a:pt x="326097" y="212090"/>
                  </a:lnTo>
                  <a:lnTo>
                    <a:pt x="326097" y="165100"/>
                  </a:lnTo>
                  <a:lnTo>
                    <a:pt x="326097" y="96520"/>
                  </a:lnTo>
                  <a:lnTo>
                    <a:pt x="326097" y="49530"/>
                  </a:lnTo>
                  <a:lnTo>
                    <a:pt x="326097" y="0"/>
                  </a:lnTo>
                  <a:close/>
                </a:path>
                <a:path w="396240" h="399414">
                  <a:moveTo>
                    <a:pt x="396163" y="73469"/>
                  </a:moveTo>
                  <a:lnTo>
                    <a:pt x="348424" y="73469"/>
                  </a:lnTo>
                  <a:lnTo>
                    <a:pt x="348424" y="283210"/>
                  </a:lnTo>
                  <a:lnTo>
                    <a:pt x="209219" y="283210"/>
                  </a:lnTo>
                  <a:lnTo>
                    <a:pt x="209219" y="307340"/>
                  </a:lnTo>
                  <a:lnTo>
                    <a:pt x="209219" y="327660"/>
                  </a:lnTo>
                  <a:lnTo>
                    <a:pt x="209219" y="328930"/>
                  </a:lnTo>
                  <a:lnTo>
                    <a:pt x="186944" y="328930"/>
                  </a:lnTo>
                  <a:lnTo>
                    <a:pt x="186944" y="327660"/>
                  </a:lnTo>
                  <a:lnTo>
                    <a:pt x="186944" y="307340"/>
                  </a:lnTo>
                  <a:lnTo>
                    <a:pt x="209219" y="307340"/>
                  </a:lnTo>
                  <a:lnTo>
                    <a:pt x="209219" y="283210"/>
                  </a:lnTo>
                  <a:lnTo>
                    <a:pt x="47701" y="283210"/>
                  </a:lnTo>
                  <a:lnTo>
                    <a:pt x="47701" y="72390"/>
                  </a:lnTo>
                  <a:lnTo>
                    <a:pt x="0" y="72390"/>
                  </a:lnTo>
                  <a:lnTo>
                    <a:pt x="0" y="283210"/>
                  </a:lnTo>
                  <a:lnTo>
                    <a:pt x="0" y="307340"/>
                  </a:lnTo>
                  <a:lnTo>
                    <a:pt x="0" y="327660"/>
                  </a:lnTo>
                  <a:lnTo>
                    <a:pt x="140004" y="327660"/>
                  </a:lnTo>
                  <a:lnTo>
                    <a:pt x="140004" y="328930"/>
                  </a:lnTo>
                  <a:lnTo>
                    <a:pt x="140004" y="370840"/>
                  </a:lnTo>
                  <a:lnTo>
                    <a:pt x="256159" y="370840"/>
                  </a:lnTo>
                  <a:lnTo>
                    <a:pt x="256159" y="328930"/>
                  </a:lnTo>
                  <a:lnTo>
                    <a:pt x="256159" y="327660"/>
                  </a:lnTo>
                  <a:lnTo>
                    <a:pt x="396163" y="327660"/>
                  </a:lnTo>
                  <a:lnTo>
                    <a:pt x="396163" y="283337"/>
                  </a:lnTo>
                  <a:lnTo>
                    <a:pt x="396163" y="283210"/>
                  </a:lnTo>
                  <a:lnTo>
                    <a:pt x="396163" y="73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86383" y="2465832"/>
            <a:ext cx="542290" cy="542290"/>
            <a:chOff x="786383" y="2465832"/>
            <a:chExt cx="542290" cy="542290"/>
          </a:xfrm>
        </p:grpSpPr>
        <p:sp>
          <p:nvSpPr>
            <p:cNvPr id="11" name="object 11"/>
            <p:cNvSpPr/>
            <p:nvPr/>
          </p:nvSpPr>
          <p:spPr>
            <a:xfrm>
              <a:off x="786383" y="2465832"/>
              <a:ext cx="542290" cy="542290"/>
            </a:xfrm>
            <a:custGeom>
              <a:avLst/>
              <a:gdLst/>
              <a:ahLst/>
              <a:cxnLst/>
              <a:rect l="l" t="t" r="r" b="b"/>
              <a:pathLst>
                <a:path w="542290" h="542289">
                  <a:moveTo>
                    <a:pt x="542035" y="0"/>
                  </a:moveTo>
                  <a:lnTo>
                    <a:pt x="0" y="0"/>
                  </a:lnTo>
                  <a:lnTo>
                    <a:pt x="0" y="542036"/>
                  </a:lnTo>
                  <a:lnTo>
                    <a:pt x="542035" y="542036"/>
                  </a:lnTo>
                  <a:lnTo>
                    <a:pt x="542035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6215" y="2612136"/>
              <a:ext cx="164591" cy="1859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96111" y="2542032"/>
              <a:ext cx="262255" cy="326390"/>
            </a:xfrm>
            <a:custGeom>
              <a:avLst/>
              <a:gdLst/>
              <a:ahLst/>
              <a:cxnLst/>
              <a:rect l="l" t="t" r="r" b="b"/>
              <a:pathLst>
                <a:path w="262255" h="326389">
                  <a:moveTo>
                    <a:pt x="152996" y="0"/>
                  </a:moveTo>
                  <a:lnTo>
                    <a:pt x="104165" y="7747"/>
                  </a:lnTo>
                  <a:lnTo>
                    <a:pt x="104482" y="7747"/>
                  </a:lnTo>
                  <a:lnTo>
                    <a:pt x="62636" y="29082"/>
                  </a:lnTo>
                  <a:lnTo>
                    <a:pt x="29502" y="61975"/>
                  </a:lnTo>
                  <a:lnTo>
                    <a:pt x="7797" y="103250"/>
                  </a:lnTo>
                  <a:lnTo>
                    <a:pt x="0" y="151003"/>
                  </a:lnTo>
                  <a:lnTo>
                    <a:pt x="126" y="175768"/>
                  </a:lnTo>
                  <a:lnTo>
                    <a:pt x="7950" y="223012"/>
                  </a:lnTo>
                  <a:lnTo>
                    <a:pt x="29971" y="264413"/>
                  </a:lnTo>
                  <a:lnTo>
                    <a:pt x="63322" y="297180"/>
                  </a:lnTo>
                  <a:lnTo>
                    <a:pt x="105232" y="318388"/>
                  </a:lnTo>
                  <a:lnTo>
                    <a:pt x="152996" y="326009"/>
                  </a:lnTo>
                  <a:lnTo>
                    <a:pt x="200748" y="318388"/>
                  </a:lnTo>
                  <a:lnTo>
                    <a:pt x="242671" y="297180"/>
                  </a:lnTo>
                  <a:lnTo>
                    <a:pt x="260261" y="279907"/>
                  </a:lnTo>
                  <a:lnTo>
                    <a:pt x="152996" y="279907"/>
                  </a:lnTo>
                  <a:lnTo>
                    <a:pt x="111721" y="271653"/>
                  </a:lnTo>
                  <a:lnTo>
                    <a:pt x="78219" y="249428"/>
                  </a:lnTo>
                  <a:lnTo>
                    <a:pt x="55727" y="216535"/>
                  </a:lnTo>
                  <a:lnTo>
                    <a:pt x="47497" y="175768"/>
                  </a:lnTo>
                  <a:lnTo>
                    <a:pt x="47497" y="151892"/>
                  </a:lnTo>
                  <a:lnTo>
                    <a:pt x="55727" y="111506"/>
                  </a:lnTo>
                  <a:lnTo>
                    <a:pt x="78219" y="78486"/>
                  </a:lnTo>
                  <a:lnTo>
                    <a:pt x="111721" y="56134"/>
                  </a:lnTo>
                  <a:lnTo>
                    <a:pt x="152996" y="47752"/>
                  </a:lnTo>
                  <a:lnTo>
                    <a:pt x="261899" y="47752"/>
                  </a:lnTo>
                  <a:lnTo>
                    <a:pt x="243382" y="29337"/>
                  </a:lnTo>
                  <a:lnTo>
                    <a:pt x="201371" y="7747"/>
                  </a:lnTo>
                  <a:lnTo>
                    <a:pt x="152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11" y="2590800"/>
              <a:ext cx="152400" cy="2316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67" y="2831592"/>
              <a:ext cx="131063" cy="1066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991" y="2831592"/>
              <a:ext cx="128015" cy="1066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429638" y="2397849"/>
            <a:ext cx="1646555" cy="146193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540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Habilidades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Martin</a:t>
            </a:r>
            <a:r>
              <a:rPr sz="1200" spc="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es</a:t>
            </a:r>
            <a:r>
              <a:rPr sz="1200" spc="1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un</a:t>
            </a:r>
            <a:r>
              <a:rPr sz="1200" spc="2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persona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muy</a:t>
            </a:r>
            <a:r>
              <a:rPr sz="1200" spc="3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experimentada</a:t>
            </a:r>
            <a:r>
              <a:rPr sz="1200" spc="500" dirty="0">
                <a:solidFill>
                  <a:srgbClr val="202020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en</a:t>
            </a:r>
            <a:r>
              <a:rPr sz="1200" spc="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la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parte</a:t>
            </a:r>
            <a:r>
              <a:rPr sz="1200" spc="-2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Tahoma"/>
                <a:cs typeface="Tahoma"/>
              </a:rPr>
              <a:t>del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Desarrollo</a:t>
            </a:r>
            <a:r>
              <a:rPr sz="1200" spc="19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del</a:t>
            </a:r>
            <a:r>
              <a:rPr sz="1200" spc="6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Backend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y</a:t>
            </a:r>
            <a:r>
              <a:rPr sz="1200" spc="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el</a:t>
            </a:r>
            <a:r>
              <a:rPr sz="1200" spc="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manejo</a:t>
            </a:r>
            <a:r>
              <a:rPr sz="1200" spc="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</a:t>
            </a:r>
            <a:r>
              <a:rPr sz="1200" spc="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la</a:t>
            </a:r>
            <a:r>
              <a:rPr sz="1200" spc="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 err="1">
                <a:solidFill>
                  <a:srgbClr val="202020"/>
                </a:solidFill>
                <a:latin typeface="Tahoma"/>
                <a:cs typeface="Tahoma"/>
              </a:rPr>
              <a:t>lógica</a:t>
            </a:r>
            <a:r>
              <a:rPr lang="es-ES" sz="1200" spc="-10" dirty="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1480" y="4072127"/>
            <a:ext cx="1005840" cy="98145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908" y="125451"/>
            <a:ext cx="881745" cy="846797"/>
          </a:xfrm>
          <a:prstGeom prst="rect">
            <a:avLst/>
          </a:prstGeom>
        </p:spPr>
      </p:pic>
      <p:pic>
        <p:nvPicPr>
          <p:cNvPr id="21" name="Imagen 20" descr="Un hombre con una camisa azul&#10;&#10;El contenido generado por IA puede ser incorrecto.">
            <a:extLst>
              <a:ext uri="{FF2B5EF4-FFF2-40B4-BE49-F238E27FC236}">
                <a16:creationId xmlns:a16="http://schemas.microsoft.com/office/drawing/2014/main" id="{F883E481-0893-838F-FF39-6CAFB9EC246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6" t="7674" r="30525"/>
          <a:stretch>
            <a:fillRect/>
          </a:stretch>
        </p:blipFill>
        <p:spPr>
          <a:xfrm>
            <a:off x="3608831" y="1271904"/>
            <a:ext cx="1770889" cy="23735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Desarrollador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2494" y="1330348"/>
            <a:ext cx="1404620" cy="10329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835"/>
              </a:spcBef>
            </a:pPr>
            <a:r>
              <a:rPr lang="es-ES" sz="1600" b="1" spc="-10" dirty="0" err="1">
                <a:solidFill>
                  <a:srgbClr val="202020"/>
                </a:solidFill>
                <a:latin typeface="Arial"/>
                <a:cs typeface="Arial"/>
              </a:rPr>
              <a:t>Backend</a:t>
            </a:r>
            <a:r>
              <a:rPr lang="es-ES" sz="1600" b="1" spc="-10" dirty="0">
                <a:solidFill>
                  <a:srgbClr val="202020"/>
                </a:solidFill>
                <a:latin typeface="Arial"/>
                <a:cs typeface="Arial"/>
              </a:rPr>
              <a:t> - </a:t>
            </a:r>
            <a:r>
              <a:rPr lang="es-ES" sz="1600" b="1" spc="-10" dirty="0" err="1">
                <a:solidFill>
                  <a:srgbClr val="202020"/>
                </a:solidFill>
                <a:latin typeface="Arial"/>
                <a:cs typeface="Arial"/>
              </a:rPr>
              <a:t>Frontend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Desarrollo</a:t>
            </a:r>
            <a:r>
              <a:rPr sz="1200" spc="22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lang="es-ES" sz="1200" dirty="0" err="1">
                <a:solidFill>
                  <a:srgbClr val="202020"/>
                </a:solidFill>
                <a:latin typeface="Tahoma"/>
                <a:cs typeface="Tahoma"/>
              </a:rPr>
              <a:t>Backend</a:t>
            </a:r>
            <a:r>
              <a:rPr lang="es-ES" sz="1200" dirty="0">
                <a:solidFill>
                  <a:srgbClr val="202020"/>
                </a:solidFill>
                <a:latin typeface="Tahoma"/>
                <a:cs typeface="Tahoma"/>
              </a:rPr>
              <a:t> y </a:t>
            </a:r>
            <a:r>
              <a:rPr lang="es-ES" sz="1200" dirty="0" err="1">
                <a:solidFill>
                  <a:srgbClr val="202020"/>
                </a:solidFill>
                <a:latin typeface="Tahoma"/>
                <a:cs typeface="Tahoma"/>
              </a:rPr>
              <a:t>Frontend</a:t>
            </a:r>
            <a:r>
              <a:rPr lang="es-ES" sz="12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lang="es-ES" sz="1200" dirty="0" err="1">
                <a:solidFill>
                  <a:srgbClr val="202020"/>
                </a:solidFill>
                <a:latin typeface="Tahoma"/>
                <a:cs typeface="Tahoma"/>
              </a:rPr>
              <a:t>movil</a:t>
            </a:r>
            <a:r>
              <a:rPr lang="es-ES" sz="1200" dirty="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5576" y="1179575"/>
            <a:ext cx="2057400" cy="3115310"/>
          </a:xfrm>
          <a:custGeom>
            <a:avLst/>
            <a:gdLst/>
            <a:ahLst/>
            <a:cxnLst/>
            <a:rect l="l" t="t" r="r" b="b"/>
            <a:pathLst>
              <a:path w="2057400" h="3115310">
                <a:moveTo>
                  <a:pt x="2057400" y="0"/>
                </a:moveTo>
                <a:lnTo>
                  <a:pt x="0" y="0"/>
                </a:lnTo>
                <a:lnTo>
                  <a:pt x="0" y="3114929"/>
                </a:lnTo>
                <a:lnTo>
                  <a:pt x="2057400" y="3114929"/>
                </a:lnTo>
                <a:lnTo>
                  <a:pt x="2057400" y="0"/>
                </a:lnTo>
                <a:close/>
              </a:path>
            </a:pathLst>
          </a:custGeom>
          <a:solidFill>
            <a:srgbClr val="5152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04488" y="3755135"/>
            <a:ext cx="1179830" cy="344325"/>
          </a:xfrm>
          <a:prstGeom prst="rect">
            <a:avLst/>
          </a:prstGeom>
          <a:solidFill>
            <a:srgbClr val="9DA879"/>
          </a:solidFill>
        </p:spPr>
        <p:txBody>
          <a:bodyPr vert="horz" wrap="square" lIns="0" tIns="36195" rIns="0" bIns="0" rtlCol="0">
            <a:spAutoFit/>
          </a:bodyPr>
          <a:lstStyle/>
          <a:p>
            <a:pPr marL="290830" marR="243840" indent="-45720">
              <a:lnSpc>
                <a:spcPct val="100000"/>
              </a:lnSpc>
              <a:spcBef>
                <a:spcPts val="285"/>
              </a:spcBef>
            </a:pP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Juan</a:t>
            </a:r>
            <a:r>
              <a:rPr sz="1000" b="1" spc="-16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Pablo Saavedra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9808" y="1435608"/>
            <a:ext cx="545465" cy="545465"/>
            <a:chOff x="749808" y="1435608"/>
            <a:chExt cx="545465" cy="545465"/>
          </a:xfrm>
        </p:grpSpPr>
        <p:sp>
          <p:nvSpPr>
            <p:cNvPr id="7" name="object 7"/>
            <p:cNvSpPr/>
            <p:nvPr/>
          </p:nvSpPr>
          <p:spPr>
            <a:xfrm>
              <a:off x="749808" y="1435608"/>
              <a:ext cx="545465" cy="545465"/>
            </a:xfrm>
            <a:custGeom>
              <a:avLst/>
              <a:gdLst/>
              <a:ahLst/>
              <a:cxnLst/>
              <a:rect l="l" t="t" r="r" b="b"/>
              <a:pathLst>
                <a:path w="545465" h="545464">
                  <a:moveTo>
                    <a:pt x="545337" y="0"/>
                  </a:moveTo>
                  <a:lnTo>
                    <a:pt x="0" y="0"/>
                  </a:lnTo>
                  <a:lnTo>
                    <a:pt x="0" y="545337"/>
                  </a:lnTo>
                  <a:lnTo>
                    <a:pt x="545337" y="545337"/>
                  </a:lnTo>
                  <a:lnTo>
                    <a:pt x="545337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511808"/>
              <a:ext cx="210312" cy="1645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9912" y="1700783"/>
              <a:ext cx="399415" cy="210185"/>
            </a:xfrm>
            <a:custGeom>
              <a:avLst/>
              <a:gdLst/>
              <a:ahLst/>
              <a:cxnLst/>
              <a:rect l="l" t="t" r="r" b="b"/>
              <a:pathLst>
                <a:path w="399415" h="210185">
                  <a:moveTo>
                    <a:pt x="140017" y="93091"/>
                  </a:moveTo>
                  <a:lnTo>
                    <a:pt x="138430" y="83947"/>
                  </a:lnTo>
                  <a:lnTo>
                    <a:pt x="133985" y="76581"/>
                  </a:lnTo>
                  <a:lnTo>
                    <a:pt x="127088" y="71755"/>
                  </a:lnTo>
                  <a:lnTo>
                    <a:pt x="118275" y="69977"/>
                  </a:lnTo>
                  <a:lnTo>
                    <a:pt x="117297" y="69977"/>
                  </a:lnTo>
                  <a:lnTo>
                    <a:pt x="107873" y="71755"/>
                  </a:lnTo>
                  <a:lnTo>
                    <a:pt x="100761" y="76454"/>
                  </a:lnTo>
                  <a:lnTo>
                    <a:pt x="96100" y="83820"/>
                  </a:lnTo>
                  <a:lnTo>
                    <a:pt x="94411" y="93091"/>
                  </a:lnTo>
                  <a:lnTo>
                    <a:pt x="96100" y="101981"/>
                  </a:lnTo>
                  <a:lnTo>
                    <a:pt x="100761" y="109347"/>
                  </a:lnTo>
                  <a:lnTo>
                    <a:pt x="107873" y="114046"/>
                  </a:lnTo>
                  <a:lnTo>
                    <a:pt x="116789" y="115824"/>
                  </a:lnTo>
                  <a:lnTo>
                    <a:pt x="126174" y="114046"/>
                  </a:lnTo>
                  <a:lnTo>
                    <a:pt x="133527" y="109347"/>
                  </a:lnTo>
                  <a:lnTo>
                    <a:pt x="138303" y="101981"/>
                  </a:lnTo>
                  <a:lnTo>
                    <a:pt x="140017" y="93091"/>
                  </a:lnTo>
                  <a:close/>
                </a:path>
                <a:path w="399415" h="210185">
                  <a:moveTo>
                    <a:pt x="398830" y="0"/>
                  </a:moveTo>
                  <a:lnTo>
                    <a:pt x="350862" y="0"/>
                  </a:lnTo>
                  <a:lnTo>
                    <a:pt x="350862" y="93726"/>
                  </a:lnTo>
                  <a:lnTo>
                    <a:pt x="350862" y="116332"/>
                  </a:lnTo>
                  <a:lnTo>
                    <a:pt x="327723" y="116332"/>
                  </a:lnTo>
                  <a:lnTo>
                    <a:pt x="327723" y="93726"/>
                  </a:lnTo>
                  <a:lnTo>
                    <a:pt x="350862" y="93726"/>
                  </a:lnTo>
                  <a:lnTo>
                    <a:pt x="350862" y="0"/>
                  </a:lnTo>
                  <a:lnTo>
                    <a:pt x="304507" y="0"/>
                  </a:lnTo>
                  <a:lnTo>
                    <a:pt x="304507" y="93726"/>
                  </a:lnTo>
                  <a:lnTo>
                    <a:pt x="304507" y="116332"/>
                  </a:lnTo>
                  <a:lnTo>
                    <a:pt x="281330" y="116332"/>
                  </a:lnTo>
                  <a:lnTo>
                    <a:pt x="281330" y="93726"/>
                  </a:lnTo>
                  <a:lnTo>
                    <a:pt x="304507" y="93726"/>
                  </a:lnTo>
                  <a:lnTo>
                    <a:pt x="304507" y="0"/>
                  </a:lnTo>
                  <a:lnTo>
                    <a:pt x="257352" y="0"/>
                  </a:lnTo>
                  <a:lnTo>
                    <a:pt x="257352" y="93726"/>
                  </a:lnTo>
                  <a:lnTo>
                    <a:pt x="257352" y="116332"/>
                  </a:lnTo>
                  <a:lnTo>
                    <a:pt x="234975" y="116332"/>
                  </a:lnTo>
                  <a:lnTo>
                    <a:pt x="234975" y="93726"/>
                  </a:lnTo>
                  <a:lnTo>
                    <a:pt x="257352" y="93726"/>
                  </a:lnTo>
                  <a:lnTo>
                    <a:pt x="257352" y="0"/>
                  </a:lnTo>
                  <a:lnTo>
                    <a:pt x="211023" y="0"/>
                  </a:lnTo>
                  <a:lnTo>
                    <a:pt x="211023" y="93726"/>
                  </a:lnTo>
                  <a:lnTo>
                    <a:pt x="211023" y="116332"/>
                  </a:lnTo>
                  <a:lnTo>
                    <a:pt x="187807" y="116332"/>
                  </a:lnTo>
                  <a:lnTo>
                    <a:pt x="187807" y="93726"/>
                  </a:lnTo>
                  <a:lnTo>
                    <a:pt x="211023" y="93726"/>
                  </a:lnTo>
                  <a:lnTo>
                    <a:pt x="211023" y="0"/>
                  </a:lnTo>
                  <a:lnTo>
                    <a:pt x="164630" y="0"/>
                  </a:lnTo>
                  <a:lnTo>
                    <a:pt x="164630" y="93726"/>
                  </a:lnTo>
                  <a:lnTo>
                    <a:pt x="160959" y="112014"/>
                  </a:lnTo>
                  <a:lnTo>
                    <a:pt x="150926" y="126619"/>
                  </a:lnTo>
                  <a:lnTo>
                    <a:pt x="135978" y="136525"/>
                  </a:lnTo>
                  <a:lnTo>
                    <a:pt x="117462" y="140081"/>
                  </a:lnTo>
                  <a:lnTo>
                    <a:pt x="108661" y="140081"/>
                  </a:lnTo>
                  <a:lnTo>
                    <a:pt x="100672" y="136906"/>
                  </a:lnTo>
                  <a:lnTo>
                    <a:pt x="93522" y="133731"/>
                  </a:lnTo>
                  <a:lnTo>
                    <a:pt x="67106" y="160020"/>
                  </a:lnTo>
                  <a:lnTo>
                    <a:pt x="49542" y="143256"/>
                  </a:lnTo>
                  <a:lnTo>
                    <a:pt x="76720" y="116332"/>
                  </a:lnTo>
                  <a:lnTo>
                    <a:pt x="72720" y="110744"/>
                  </a:lnTo>
                  <a:lnTo>
                    <a:pt x="71107" y="102489"/>
                  </a:lnTo>
                  <a:lnTo>
                    <a:pt x="71107" y="93726"/>
                  </a:lnTo>
                  <a:lnTo>
                    <a:pt x="74752" y="75311"/>
                  </a:lnTo>
                  <a:lnTo>
                    <a:pt x="84696" y="60452"/>
                  </a:lnTo>
                  <a:lnTo>
                    <a:pt x="99415" y="50546"/>
                  </a:lnTo>
                  <a:lnTo>
                    <a:pt x="117462" y="46863"/>
                  </a:lnTo>
                  <a:lnTo>
                    <a:pt x="135978" y="50546"/>
                  </a:lnTo>
                  <a:lnTo>
                    <a:pt x="150926" y="60452"/>
                  </a:lnTo>
                  <a:lnTo>
                    <a:pt x="160959" y="75311"/>
                  </a:lnTo>
                  <a:lnTo>
                    <a:pt x="164630" y="93726"/>
                  </a:lnTo>
                  <a:lnTo>
                    <a:pt x="164630" y="0"/>
                  </a:lnTo>
                  <a:lnTo>
                    <a:pt x="0" y="0"/>
                  </a:lnTo>
                  <a:lnTo>
                    <a:pt x="0" y="210058"/>
                  </a:lnTo>
                  <a:lnTo>
                    <a:pt x="398830" y="210058"/>
                  </a:lnTo>
                  <a:lnTo>
                    <a:pt x="398830" y="160020"/>
                  </a:lnTo>
                  <a:lnTo>
                    <a:pt x="398830" y="140081"/>
                  </a:lnTo>
                  <a:lnTo>
                    <a:pt x="398830" y="116332"/>
                  </a:lnTo>
                  <a:lnTo>
                    <a:pt x="3988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46759" y="2465832"/>
            <a:ext cx="545465" cy="542290"/>
            <a:chOff x="746759" y="2465832"/>
            <a:chExt cx="545465" cy="542290"/>
          </a:xfrm>
        </p:grpSpPr>
        <p:sp>
          <p:nvSpPr>
            <p:cNvPr id="12" name="object 12"/>
            <p:cNvSpPr/>
            <p:nvPr/>
          </p:nvSpPr>
          <p:spPr>
            <a:xfrm>
              <a:off x="746759" y="2465832"/>
              <a:ext cx="545465" cy="542290"/>
            </a:xfrm>
            <a:custGeom>
              <a:avLst/>
              <a:gdLst/>
              <a:ahLst/>
              <a:cxnLst/>
              <a:rect l="l" t="t" r="r" b="b"/>
              <a:pathLst>
                <a:path w="545465" h="542289">
                  <a:moveTo>
                    <a:pt x="545338" y="0"/>
                  </a:moveTo>
                  <a:lnTo>
                    <a:pt x="0" y="0"/>
                  </a:lnTo>
                  <a:lnTo>
                    <a:pt x="0" y="542036"/>
                  </a:lnTo>
                  <a:lnTo>
                    <a:pt x="545338" y="542036"/>
                  </a:lnTo>
                  <a:lnTo>
                    <a:pt x="545338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1" y="2612136"/>
              <a:ext cx="164591" cy="185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9535" y="2542032"/>
              <a:ext cx="259079" cy="326390"/>
            </a:xfrm>
            <a:custGeom>
              <a:avLst/>
              <a:gdLst/>
              <a:ahLst/>
              <a:cxnLst/>
              <a:rect l="l" t="t" r="r" b="b"/>
              <a:pathLst>
                <a:path w="259080" h="326389">
                  <a:moveTo>
                    <a:pt x="150990" y="0"/>
                  </a:moveTo>
                  <a:lnTo>
                    <a:pt x="102806" y="7747"/>
                  </a:lnTo>
                  <a:lnTo>
                    <a:pt x="103111" y="7747"/>
                  </a:lnTo>
                  <a:lnTo>
                    <a:pt x="61798" y="29082"/>
                  </a:lnTo>
                  <a:lnTo>
                    <a:pt x="29121" y="61975"/>
                  </a:lnTo>
                  <a:lnTo>
                    <a:pt x="7683" y="103250"/>
                  </a:lnTo>
                  <a:lnTo>
                    <a:pt x="0" y="151003"/>
                  </a:lnTo>
                  <a:lnTo>
                    <a:pt x="126" y="175768"/>
                  </a:lnTo>
                  <a:lnTo>
                    <a:pt x="7835" y="223012"/>
                  </a:lnTo>
                  <a:lnTo>
                    <a:pt x="29578" y="264413"/>
                  </a:lnTo>
                  <a:lnTo>
                    <a:pt x="62483" y="297180"/>
                  </a:lnTo>
                  <a:lnTo>
                    <a:pt x="103860" y="318388"/>
                  </a:lnTo>
                  <a:lnTo>
                    <a:pt x="150990" y="326009"/>
                  </a:lnTo>
                  <a:lnTo>
                    <a:pt x="198119" y="318388"/>
                  </a:lnTo>
                  <a:lnTo>
                    <a:pt x="239496" y="297180"/>
                  </a:lnTo>
                  <a:lnTo>
                    <a:pt x="256857" y="279907"/>
                  </a:lnTo>
                  <a:lnTo>
                    <a:pt x="150990" y="279907"/>
                  </a:lnTo>
                  <a:lnTo>
                    <a:pt x="110261" y="271653"/>
                  </a:lnTo>
                  <a:lnTo>
                    <a:pt x="77190" y="249428"/>
                  </a:lnTo>
                  <a:lnTo>
                    <a:pt x="55003" y="216535"/>
                  </a:lnTo>
                  <a:lnTo>
                    <a:pt x="46888" y="175768"/>
                  </a:lnTo>
                  <a:lnTo>
                    <a:pt x="46888" y="151892"/>
                  </a:lnTo>
                  <a:lnTo>
                    <a:pt x="55003" y="111506"/>
                  </a:lnTo>
                  <a:lnTo>
                    <a:pt x="77190" y="78486"/>
                  </a:lnTo>
                  <a:lnTo>
                    <a:pt x="110261" y="56134"/>
                  </a:lnTo>
                  <a:lnTo>
                    <a:pt x="150990" y="47752"/>
                  </a:lnTo>
                  <a:lnTo>
                    <a:pt x="258470" y="47752"/>
                  </a:lnTo>
                  <a:lnTo>
                    <a:pt x="240195" y="29337"/>
                  </a:lnTo>
                  <a:lnTo>
                    <a:pt x="198742" y="7747"/>
                  </a:lnTo>
                  <a:lnTo>
                    <a:pt x="150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887" y="2590800"/>
              <a:ext cx="152400" cy="2316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343" y="2831592"/>
              <a:ext cx="131063" cy="1066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9368" y="2831592"/>
              <a:ext cx="131063" cy="10668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29638" y="2397849"/>
            <a:ext cx="1468120" cy="1461939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540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Habilidades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Juan</a:t>
            </a:r>
            <a:r>
              <a:rPr sz="1200" spc="13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es</a:t>
            </a:r>
            <a:r>
              <a:rPr sz="1200" spc="16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una</a:t>
            </a:r>
            <a:r>
              <a:rPr sz="1200" spc="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persona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que</a:t>
            </a:r>
            <a:r>
              <a:rPr sz="1200" spc="-2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 err="1">
                <a:solidFill>
                  <a:srgbClr val="202020"/>
                </a:solidFill>
                <a:latin typeface="Tahoma"/>
                <a:cs typeface="Tahoma"/>
              </a:rPr>
              <a:t>tiene</a:t>
            </a:r>
            <a:r>
              <a:rPr lang="es-ES" sz="12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 err="1">
                <a:solidFill>
                  <a:srgbClr val="202020"/>
                </a:solidFill>
                <a:latin typeface="Tahoma"/>
                <a:cs typeface="Tahoma"/>
              </a:rPr>
              <a:t>conocimiento</a:t>
            </a:r>
            <a:r>
              <a:rPr sz="1200" spc="27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en</a:t>
            </a:r>
            <a:r>
              <a:rPr sz="1200" spc="1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Tahoma"/>
                <a:cs typeface="Tahoma"/>
              </a:rPr>
              <a:t>el </a:t>
            </a:r>
            <a:r>
              <a:rPr sz="1200" dirty="0" err="1">
                <a:solidFill>
                  <a:srgbClr val="202020"/>
                </a:solidFill>
                <a:latin typeface="Tahoma"/>
                <a:cs typeface="Tahoma"/>
              </a:rPr>
              <a:t>ámbito</a:t>
            </a:r>
            <a:r>
              <a:rPr sz="1200" spc="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lang="es-ES" sz="1200" spc="50" dirty="0" err="1">
                <a:solidFill>
                  <a:srgbClr val="202020"/>
                </a:solidFill>
                <a:latin typeface="Tahoma"/>
                <a:cs typeface="Tahoma"/>
              </a:rPr>
              <a:t>frontend</a:t>
            </a:r>
            <a:r>
              <a:rPr lang="es-ES" sz="1200" spc="-25" dirty="0">
                <a:solidFill>
                  <a:srgbClr val="202020"/>
                </a:solidFill>
                <a:latin typeface="Tahoma"/>
                <a:cs typeface="Tahoma"/>
              </a:rPr>
              <a:t> para desarrollos </a:t>
            </a:r>
            <a:r>
              <a:rPr lang="es-ES" sz="1200" spc="-25" dirty="0" err="1">
                <a:solidFill>
                  <a:srgbClr val="202020"/>
                </a:solidFill>
                <a:latin typeface="Tahoma"/>
                <a:cs typeface="Tahoma"/>
              </a:rPr>
              <a:t>movil</a:t>
            </a:r>
            <a:r>
              <a:rPr sz="1200" spc="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y</a:t>
            </a:r>
            <a:r>
              <a:rPr sz="1200" spc="1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lang="es-ES" sz="1200" spc="150" dirty="0" err="1">
                <a:solidFill>
                  <a:srgbClr val="202020"/>
                </a:solidFill>
                <a:latin typeface="Tahoma"/>
                <a:cs typeface="Tahoma"/>
              </a:rPr>
              <a:t>backend</a:t>
            </a:r>
            <a:r>
              <a:rPr lang="es-ES" sz="1200" spc="150" dirty="0">
                <a:solidFill>
                  <a:srgbClr val="202020"/>
                </a:solidFill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11311" y="4242815"/>
            <a:ext cx="844296" cy="8199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4908" y="125451"/>
            <a:ext cx="881745" cy="846797"/>
          </a:xfrm>
          <a:prstGeom prst="rect">
            <a:avLst/>
          </a:prstGeom>
        </p:spPr>
      </p:pic>
      <p:pic>
        <p:nvPicPr>
          <p:cNvPr id="22" name="Imagen 21" descr="Un hombre con los brazos cruzados&#10;&#10;El contenido generado por IA puede ser incorrecto.">
            <a:extLst>
              <a:ext uri="{FF2B5EF4-FFF2-40B4-BE49-F238E27FC236}">
                <a16:creationId xmlns:a16="http://schemas.microsoft.com/office/drawing/2014/main" id="{87C1896F-E256-6125-15DF-7AE50D5D27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04" t="-460" r="18048" b="9765"/>
          <a:stretch>
            <a:fillRect/>
          </a:stretch>
        </p:blipFill>
        <p:spPr>
          <a:xfrm>
            <a:off x="3599688" y="1330348"/>
            <a:ext cx="1764790" cy="2269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Desarrollador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2494" y="1271904"/>
            <a:ext cx="1669414" cy="20605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Frontend</a:t>
            </a:r>
            <a:endParaRPr sz="1600" dirty="0">
              <a:latin typeface="Arial"/>
              <a:cs typeface="Arial"/>
            </a:endParaRPr>
          </a:p>
          <a:p>
            <a:pPr marL="12700" marR="728345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Desarrollo</a:t>
            </a:r>
            <a:r>
              <a:rPr sz="1200" spc="2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Tahoma"/>
                <a:cs typeface="Tahoma"/>
              </a:rPr>
              <a:t>de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Frontend</a:t>
            </a:r>
            <a:r>
              <a:rPr lang="es-ES" sz="1200" spc="-10" dirty="0">
                <a:solidFill>
                  <a:srgbClr val="202020"/>
                </a:solidFill>
                <a:latin typeface="Tahoma"/>
                <a:cs typeface="Tahoma"/>
              </a:rPr>
              <a:t> web</a:t>
            </a:r>
            <a:endParaRPr sz="1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200" dirty="0">
              <a:latin typeface="Tahoma"/>
              <a:cs typeface="Tahoma"/>
            </a:endParaRPr>
          </a:p>
          <a:p>
            <a:pPr marL="33655">
              <a:lnSpc>
                <a:spcPct val="100000"/>
              </a:lnSpc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Habilidades</a:t>
            </a:r>
            <a:endParaRPr sz="1600" dirty="0">
              <a:latin typeface="Arial"/>
              <a:cs typeface="Arial"/>
            </a:endParaRPr>
          </a:p>
          <a:p>
            <a:pPr marL="30480" marR="5080">
              <a:lnSpc>
                <a:spcPct val="100000"/>
              </a:lnSpc>
              <a:spcBef>
                <a:spcPts val="545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Racinger</a:t>
            </a:r>
            <a:r>
              <a:rPr sz="1200" spc="1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es</a:t>
            </a:r>
            <a:r>
              <a:rPr sz="1200" spc="2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Tahoma"/>
                <a:cs typeface="Tahoma"/>
              </a:rPr>
              <a:t>una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persona</a:t>
            </a:r>
            <a:r>
              <a:rPr sz="1200" spc="1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muy</a:t>
            </a:r>
            <a:r>
              <a:rPr sz="1200" spc="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habilidosa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en</a:t>
            </a:r>
            <a:r>
              <a:rPr sz="1200" spc="6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tema</a:t>
            </a:r>
            <a:r>
              <a:rPr sz="1200" spc="8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de</a:t>
            </a:r>
            <a:r>
              <a:rPr sz="1200" spc="-8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Tahoma"/>
                <a:cs typeface="Tahoma"/>
              </a:rPr>
              <a:t>Frontend.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5576" y="1179575"/>
            <a:ext cx="2057400" cy="3115310"/>
          </a:xfrm>
          <a:custGeom>
            <a:avLst/>
            <a:gdLst/>
            <a:ahLst/>
            <a:cxnLst/>
            <a:rect l="l" t="t" r="r" b="b"/>
            <a:pathLst>
              <a:path w="2057400" h="3115310">
                <a:moveTo>
                  <a:pt x="2057400" y="0"/>
                </a:moveTo>
                <a:lnTo>
                  <a:pt x="0" y="0"/>
                </a:lnTo>
                <a:lnTo>
                  <a:pt x="0" y="3114929"/>
                </a:lnTo>
                <a:lnTo>
                  <a:pt x="2057400" y="3114929"/>
                </a:lnTo>
                <a:lnTo>
                  <a:pt x="2057400" y="0"/>
                </a:lnTo>
                <a:close/>
              </a:path>
            </a:pathLst>
          </a:custGeom>
          <a:solidFill>
            <a:srgbClr val="5152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04488" y="3681983"/>
            <a:ext cx="1179830" cy="381000"/>
          </a:xfrm>
          <a:prstGeom prst="rect">
            <a:avLst/>
          </a:prstGeom>
          <a:solidFill>
            <a:srgbClr val="9DA879"/>
          </a:solidFill>
        </p:spPr>
        <p:txBody>
          <a:bodyPr vert="horz" wrap="square" lIns="0" tIns="34925" rIns="0" bIns="0" rtlCol="0">
            <a:spAutoFit/>
          </a:bodyPr>
          <a:lstStyle/>
          <a:p>
            <a:pPr marL="409575" marR="112395" indent="-299085">
              <a:lnSpc>
                <a:spcPct val="100000"/>
              </a:lnSpc>
              <a:spcBef>
                <a:spcPts val="275"/>
              </a:spcBef>
            </a:pP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Racinger</a:t>
            </a:r>
            <a:r>
              <a:rPr sz="1000" b="1" spc="-17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202020"/>
                </a:solidFill>
                <a:latin typeface="Tahoma"/>
                <a:cs typeface="Tahoma"/>
              </a:rPr>
              <a:t>Prada Olaya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2255" y="1350263"/>
            <a:ext cx="1853183" cy="215798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86383" y="2465832"/>
            <a:ext cx="542290" cy="542290"/>
            <a:chOff x="786383" y="2465832"/>
            <a:chExt cx="542290" cy="542290"/>
          </a:xfrm>
        </p:grpSpPr>
        <p:sp>
          <p:nvSpPr>
            <p:cNvPr id="8" name="object 8"/>
            <p:cNvSpPr/>
            <p:nvPr/>
          </p:nvSpPr>
          <p:spPr>
            <a:xfrm>
              <a:off x="786383" y="2465832"/>
              <a:ext cx="542290" cy="542290"/>
            </a:xfrm>
            <a:custGeom>
              <a:avLst/>
              <a:gdLst/>
              <a:ahLst/>
              <a:cxnLst/>
              <a:rect l="l" t="t" r="r" b="b"/>
              <a:pathLst>
                <a:path w="542290" h="542289">
                  <a:moveTo>
                    <a:pt x="542035" y="0"/>
                  </a:moveTo>
                  <a:lnTo>
                    <a:pt x="0" y="0"/>
                  </a:lnTo>
                  <a:lnTo>
                    <a:pt x="0" y="542036"/>
                  </a:lnTo>
                  <a:lnTo>
                    <a:pt x="542035" y="542036"/>
                  </a:lnTo>
                  <a:lnTo>
                    <a:pt x="542035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215" y="2612136"/>
              <a:ext cx="164591" cy="1859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6111" y="2542032"/>
              <a:ext cx="262255" cy="326390"/>
            </a:xfrm>
            <a:custGeom>
              <a:avLst/>
              <a:gdLst/>
              <a:ahLst/>
              <a:cxnLst/>
              <a:rect l="l" t="t" r="r" b="b"/>
              <a:pathLst>
                <a:path w="262255" h="326389">
                  <a:moveTo>
                    <a:pt x="152996" y="0"/>
                  </a:moveTo>
                  <a:lnTo>
                    <a:pt x="104165" y="7747"/>
                  </a:lnTo>
                  <a:lnTo>
                    <a:pt x="104482" y="7747"/>
                  </a:lnTo>
                  <a:lnTo>
                    <a:pt x="62636" y="29082"/>
                  </a:lnTo>
                  <a:lnTo>
                    <a:pt x="29502" y="61975"/>
                  </a:lnTo>
                  <a:lnTo>
                    <a:pt x="7797" y="103250"/>
                  </a:lnTo>
                  <a:lnTo>
                    <a:pt x="0" y="151003"/>
                  </a:lnTo>
                  <a:lnTo>
                    <a:pt x="126" y="175768"/>
                  </a:lnTo>
                  <a:lnTo>
                    <a:pt x="7950" y="223012"/>
                  </a:lnTo>
                  <a:lnTo>
                    <a:pt x="29971" y="264413"/>
                  </a:lnTo>
                  <a:lnTo>
                    <a:pt x="63322" y="297180"/>
                  </a:lnTo>
                  <a:lnTo>
                    <a:pt x="105232" y="318388"/>
                  </a:lnTo>
                  <a:lnTo>
                    <a:pt x="152996" y="326009"/>
                  </a:lnTo>
                  <a:lnTo>
                    <a:pt x="200748" y="318388"/>
                  </a:lnTo>
                  <a:lnTo>
                    <a:pt x="242671" y="297180"/>
                  </a:lnTo>
                  <a:lnTo>
                    <a:pt x="260261" y="279907"/>
                  </a:lnTo>
                  <a:lnTo>
                    <a:pt x="152996" y="279907"/>
                  </a:lnTo>
                  <a:lnTo>
                    <a:pt x="111721" y="271653"/>
                  </a:lnTo>
                  <a:lnTo>
                    <a:pt x="78219" y="249428"/>
                  </a:lnTo>
                  <a:lnTo>
                    <a:pt x="55727" y="216535"/>
                  </a:lnTo>
                  <a:lnTo>
                    <a:pt x="47497" y="175768"/>
                  </a:lnTo>
                  <a:lnTo>
                    <a:pt x="47497" y="151892"/>
                  </a:lnTo>
                  <a:lnTo>
                    <a:pt x="55727" y="111506"/>
                  </a:lnTo>
                  <a:lnTo>
                    <a:pt x="78219" y="78486"/>
                  </a:lnTo>
                  <a:lnTo>
                    <a:pt x="111721" y="56134"/>
                  </a:lnTo>
                  <a:lnTo>
                    <a:pt x="152996" y="47752"/>
                  </a:lnTo>
                  <a:lnTo>
                    <a:pt x="261899" y="47752"/>
                  </a:lnTo>
                  <a:lnTo>
                    <a:pt x="243382" y="29337"/>
                  </a:lnTo>
                  <a:lnTo>
                    <a:pt x="201371" y="7747"/>
                  </a:lnTo>
                  <a:lnTo>
                    <a:pt x="152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8511" y="2590800"/>
              <a:ext cx="152400" cy="2316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6967" y="2831592"/>
              <a:ext cx="131063" cy="1066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991" y="2831592"/>
              <a:ext cx="128015" cy="10668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01583" y="4123944"/>
            <a:ext cx="944879" cy="92049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0287" y="1417319"/>
            <a:ext cx="542290" cy="542290"/>
            <a:chOff x="780287" y="1417319"/>
            <a:chExt cx="542290" cy="542290"/>
          </a:xfrm>
        </p:grpSpPr>
        <p:sp>
          <p:nvSpPr>
            <p:cNvPr id="16" name="object 16"/>
            <p:cNvSpPr/>
            <p:nvPr/>
          </p:nvSpPr>
          <p:spPr>
            <a:xfrm>
              <a:off x="780287" y="1417319"/>
              <a:ext cx="542290" cy="542290"/>
            </a:xfrm>
            <a:custGeom>
              <a:avLst/>
              <a:gdLst/>
              <a:ahLst/>
              <a:cxnLst/>
              <a:rect l="l" t="t" r="r" b="b"/>
              <a:pathLst>
                <a:path w="542290" h="542289">
                  <a:moveTo>
                    <a:pt x="542036" y="0"/>
                  </a:moveTo>
                  <a:lnTo>
                    <a:pt x="0" y="0"/>
                  </a:lnTo>
                  <a:lnTo>
                    <a:pt x="0" y="542035"/>
                  </a:lnTo>
                  <a:lnTo>
                    <a:pt x="542036" y="542035"/>
                  </a:lnTo>
                  <a:lnTo>
                    <a:pt x="542036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7344" y="1493011"/>
              <a:ext cx="396240" cy="399415"/>
            </a:xfrm>
            <a:custGeom>
              <a:avLst/>
              <a:gdLst/>
              <a:ahLst/>
              <a:cxnLst/>
              <a:rect l="l" t="t" r="r" b="b"/>
              <a:pathLst>
                <a:path w="396240" h="399414">
                  <a:moveTo>
                    <a:pt x="210273" y="165176"/>
                  </a:moveTo>
                  <a:lnTo>
                    <a:pt x="188937" y="165176"/>
                  </a:lnTo>
                  <a:lnTo>
                    <a:pt x="188937" y="189484"/>
                  </a:lnTo>
                  <a:lnTo>
                    <a:pt x="210273" y="189484"/>
                  </a:lnTo>
                  <a:lnTo>
                    <a:pt x="210273" y="165176"/>
                  </a:lnTo>
                  <a:close/>
                </a:path>
                <a:path w="396240" h="399414">
                  <a:moveTo>
                    <a:pt x="234607" y="73761"/>
                  </a:moveTo>
                  <a:lnTo>
                    <a:pt x="188937" y="73761"/>
                  </a:lnTo>
                  <a:lnTo>
                    <a:pt x="188937" y="94996"/>
                  </a:lnTo>
                  <a:lnTo>
                    <a:pt x="234607" y="94996"/>
                  </a:lnTo>
                  <a:lnTo>
                    <a:pt x="234607" y="73761"/>
                  </a:lnTo>
                  <a:close/>
                </a:path>
                <a:path w="396240" h="399414">
                  <a:moveTo>
                    <a:pt x="255993" y="119456"/>
                  </a:moveTo>
                  <a:lnTo>
                    <a:pt x="188937" y="119456"/>
                  </a:lnTo>
                  <a:lnTo>
                    <a:pt x="188937" y="140716"/>
                  </a:lnTo>
                  <a:lnTo>
                    <a:pt x="255993" y="140716"/>
                  </a:lnTo>
                  <a:lnTo>
                    <a:pt x="255993" y="119456"/>
                  </a:lnTo>
                  <a:close/>
                </a:path>
                <a:path w="396240" h="399414">
                  <a:moveTo>
                    <a:pt x="303098" y="376301"/>
                  </a:moveTo>
                  <a:lnTo>
                    <a:pt x="258711" y="376301"/>
                  </a:lnTo>
                  <a:lnTo>
                    <a:pt x="258711" y="371233"/>
                  </a:lnTo>
                  <a:lnTo>
                    <a:pt x="136956" y="371233"/>
                  </a:lnTo>
                  <a:lnTo>
                    <a:pt x="136956" y="376301"/>
                  </a:lnTo>
                  <a:lnTo>
                    <a:pt x="93065" y="376301"/>
                  </a:lnTo>
                  <a:lnTo>
                    <a:pt x="93065" y="399415"/>
                  </a:lnTo>
                  <a:lnTo>
                    <a:pt x="303098" y="399415"/>
                  </a:lnTo>
                  <a:lnTo>
                    <a:pt x="303098" y="376301"/>
                  </a:lnTo>
                  <a:close/>
                </a:path>
                <a:path w="396240" h="399414">
                  <a:moveTo>
                    <a:pt x="326097" y="0"/>
                  </a:moveTo>
                  <a:lnTo>
                    <a:pt x="279958" y="0"/>
                  </a:lnTo>
                  <a:lnTo>
                    <a:pt x="279958" y="48260"/>
                  </a:lnTo>
                  <a:lnTo>
                    <a:pt x="279958" y="49530"/>
                  </a:lnTo>
                  <a:lnTo>
                    <a:pt x="256921" y="49530"/>
                  </a:lnTo>
                  <a:lnTo>
                    <a:pt x="256921" y="96520"/>
                  </a:lnTo>
                  <a:lnTo>
                    <a:pt x="279958" y="96520"/>
                  </a:lnTo>
                  <a:lnTo>
                    <a:pt x="279958" y="165100"/>
                  </a:lnTo>
                  <a:lnTo>
                    <a:pt x="233057" y="165100"/>
                  </a:lnTo>
                  <a:lnTo>
                    <a:pt x="233057" y="212090"/>
                  </a:lnTo>
                  <a:lnTo>
                    <a:pt x="163880" y="212090"/>
                  </a:lnTo>
                  <a:lnTo>
                    <a:pt x="163880" y="188468"/>
                  </a:lnTo>
                  <a:lnTo>
                    <a:pt x="163880" y="187960"/>
                  </a:lnTo>
                  <a:lnTo>
                    <a:pt x="163880" y="165862"/>
                  </a:lnTo>
                  <a:lnTo>
                    <a:pt x="140042" y="165862"/>
                  </a:lnTo>
                  <a:lnTo>
                    <a:pt x="140042" y="187960"/>
                  </a:lnTo>
                  <a:lnTo>
                    <a:pt x="116967" y="187960"/>
                  </a:lnTo>
                  <a:lnTo>
                    <a:pt x="116967" y="165100"/>
                  </a:lnTo>
                  <a:lnTo>
                    <a:pt x="163880" y="165100"/>
                  </a:lnTo>
                  <a:lnTo>
                    <a:pt x="163880" y="141224"/>
                  </a:lnTo>
                  <a:lnTo>
                    <a:pt x="163880" y="140970"/>
                  </a:lnTo>
                  <a:lnTo>
                    <a:pt x="163880" y="118884"/>
                  </a:lnTo>
                  <a:lnTo>
                    <a:pt x="140042" y="118884"/>
                  </a:lnTo>
                  <a:lnTo>
                    <a:pt x="140042" y="140970"/>
                  </a:lnTo>
                  <a:lnTo>
                    <a:pt x="116967" y="140970"/>
                  </a:lnTo>
                  <a:lnTo>
                    <a:pt x="116967" y="118110"/>
                  </a:lnTo>
                  <a:lnTo>
                    <a:pt x="163880" y="118110"/>
                  </a:lnTo>
                  <a:lnTo>
                    <a:pt x="163880" y="93980"/>
                  </a:lnTo>
                  <a:lnTo>
                    <a:pt x="163880" y="48260"/>
                  </a:lnTo>
                  <a:lnTo>
                    <a:pt x="279958" y="48260"/>
                  </a:lnTo>
                  <a:lnTo>
                    <a:pt x="279958" y="0"/>
                  </a:lnTo>
                  <a:lnTo>
                    <a:pt x="140042" y="0"/>
                  </a:lnTo>
                  <a:lnTo>
                    <a:pt x="140042" y="71120"/>
                  </a:lnTo>
                  <a:lnTo>
                    <a:pt x="140042" y="93980"/>
                  </a:lnTo>
                  <a:lnTo>
                    <a:pt x="116967" y="93980"/>
                  </a:lnTo>
                  <a:lnTo>
                    <a:pt x="116967" y="71120"/>
                  </a:lnTo>
                  <a:lnTo>
                    <a:pt x="140042" y="71120"/>
                  </a:lnTo>
                  <a:lnTo>
                    <a:pt x="140042" y="0"/>
                  </a:lnTo>
                  <a:lnTo>
                    <a:pt x="70065" y="0"/>
                  </a:lnTo>
                  <a:lnTo>
                    <a:pt x="70065" y="71120"/>
                  </a:lnTo>
                  <a:lnTo>
                    <a:pt x="70065" y="93980"/>
                  </a:lnTo>
                  <a:lnTo>
                    <a:pt x="70065" y="259080"/>
                  </a:lnTo>
                  <a:lnTo>
                    <a:pt x="326097" y="259080"/>
                  </a:lnTo>
                  <a:lnTo>
                    <a:pt x="326097" y="212090"/>
                  </a:lnTo>
                  <a:lnTo>
                    <a:pt x="326097" y="165100"/>
                  </a:lnTo>
                  <a:lnTo>
                    <a:pt x="326097" y="96520"/>
                  </a:lnTo>
                  <a:lnTo>
                    <a:pt x="326097" y="49530"/>
                  </a:lnTo>
                  <a:lnTo>
                    <a:pt x="326097" y="0"/>
                  </a:lnTo>
                  <a:close/>
                </a:path>
                <a:path w="396240" h="399414">
                  <a:moveTo>
                    <a:pt x="396163" y="73469"/>
                  </a:moveTo>
                  <a:lnTo>
                    <a:pt x="348424" y="73469"/>
                  </a:lnTo>
                  <a:lnTo>
                    <a:pt x="348424" y="283210"/>
                  </a:lnTo>
                  <a:lnTo>
                    <a:pt x="209219" y="283210"/>
                  </a:lnTo>
                  <a:lnTo>
                    <a:pt x="209219" y="307340"/>
                  </a:lnTo>
                  <a:lnTo>
                    <a:pt x="209219" y="327660"/>
                  </a:lnTo>
                  <a:lnTo>
                    <a:pt x="209219" y="328930"/>
                  </a:lnTo>
                  <a:lnTo>
                    <a:pt x="186944" y="328930"/>
                  </a:lnTo>
                  <a:lnTo>
                    <a:pt x="186944" y="327660"/>
                  </a:lnTo>
                  <a:lnTo>
                    <a:pt x="186944" y="307340"/>
                  </a:lnTo>
                  <a:lnTo>
                    <a:pt x="209219" y="307340"/>
                  </a:lnTo>
                  <a:lnTo>
                    <a:pt x="209219" y="283210"/>
                  </a:lnTo>
                  <a:lnTo>
                    <a:pt x="47701" y="283210"/>
                  </a:lnTo>
                  <a:lnTo>
                    <a:pt x="47701" y="72390"/>
                  </a:lnTo>
                  <a:lnTo>
                    <a:pt x="0" y="72390"/>
                  </a:lnTo>
                  <a:lnTo>
                    <a:pt x="0" y="283210"/>
                  </a:lnTo>
                  <a:lnTo>
                    <a:pt x="0" y="307340"/>
                  </a:lnTo>
                  <a:lnTo>
                    <a:pt x="0" y="327660"/>
                  </a:lnTo>
                  <a:lnTo>
                    <a:pt x="140004" y="327660"/>
                  </a:lnTo>
                  <a:lnTo>
                    <a:pt x="140004" y="328930"/>
                  </a:lnTo>
                  <a:lnTo>
                    <a:pt x="140004" y="370840"/>
                  </a:lnTo>
                  <a:lnTo>
                    <a:pt x="256159" y="370840"/>
                  </a:lnTo>
                  <a:lnTo>
                    <a:pt x="256159" y="328930"/>
                  </a:lnTo>
                  <a:lnTo>
                    <a:pt x="256159" y="327660"/>
                  </a:lnTo>
                  <a:lnTo>
                    <a:pt x="396163" y="327660"/>
                  </a:lnTo>
                  <a:lnTo>
                    <a:pt x="396163" y="283337"/>
                  </a:lnTo>
                  <a:lnTo>
                    <a:pt x="396163" y="283210"/>
                  </a:lnTo>
                  <a:lnTo>
                    <a:pt x="396163" y="73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4908" y="125451"/>
            <a:ext cx="881745" cy="846797"/>
          </a:xfrm>
          <a:prstGeom prst="rect">
            <a:avLst/>
          </a:prstGeom>
        </p:spPr>
      </p:pic>
      <p:pic>
        <p:nvPicPr>
          <p:cNvPr id="20" name="Imagen 19" descr="Un hombre con una camisa azul&#10;&#10;El contenido generado por IA puede ser incorrecto.">
            <a:extLst>
              <a:ext uri="{FF2B5EF4-FFF2-40B4-BE49-F238E27FC236}">
                <a16:creationId xmlns:a16="http://schemas.microsoft.com/office/drawing/2014/main" id="{C9C97671-ECF9-F2DB-4DF4-B5ADC8D51C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3" r="19476"/>
          <a:stretch>
            <a:fillRect/>
          </a:stretch>
        </p:blipFill>
        <p:spPr>
          <a:xfrm>
            <a:off x="3572254" y="1350263"/>
            <a:ext cx="1853183" cy="2178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38388" y="196595"/>
            <a:ext cx="344170" cy="347345"/>
          </a:xfrm>
          <a:custGeom>
            <a:avLst/>
            <a:gdLst/>
            <a:ahLst/>
            <a:cxnLst/>
            <a:rect l="l" t="t" r="r" b="b"/>
            <a:pathLst>
              <a:path w="344170" h="347345">
                <a:moveTo>
                  <a:pt x="54228" y="51688"/>
                </a:moveTo>
                <a:lnTo>
                  <a:pt x="295275" y="297941"/>
                </a:lnTo>
              </a:path>
              <a:path w="344170" h="347345">
                <a:moveTo>
                  <a:pt x="295275" y="51688"/>
                </a:moveTo>
                <a:lnTo>
                  <a:pt x="54228" y="297941"/>
                </a:lnTo>
              </a:path>
              <a:path w="344170" h="347345">
                <a:moveTo>
                  <a:pt x="171957" y="0"/>
                </a:moveTo>
                <a:lnTo>
                  <a:pt x="171957" y="347090"/>
                </a:lnTo>
              </a:path>
              <a:path w="344170" h="347345">
                <a:moveTo>
                  <a:pt x="344042" y="173481"/>
                </a:moveTo>
                <a:lnTo>
                  <a:pt x="0" y="173481"/>
                </a:lnTo>
              </a:path>
            </a:pathLst>
          </a:custGeom>
          <a:ln w="9144">
            <a:solidFill>
              <a:srgbClr val="202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713105" cy="713105"/>
            <a:chOff x="0" y="0"/>
            <a:chExt cx="713105" cy="71310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60375" cy="460375"/>
            </a:xfrm>
            <a:custGeom>
              <a:avLst/>
              <a:gdLst/>
              <a:ahLst/>
              <a:cxnLst/>
              <a:rect l="l" t="t" r="r" b="b"/>
              <a:pathLst>
                <a:path w="460375" h="460375">
                  <a:moveTo>
                    <a:pt x="459867" y="0"/>
                  </a:moveTo>
                  <a:lnTo>
                    <a:pt x="0" y="0"/>
                  </a:lnTo>
                  <a:lnTo>
                    <a:pt x="0" y="459866"/>
                  </a:lnTo>
                  <a:lnTo>
                    <a:pt x="459867" y="459866"/>
                  </a:lnTo>
                  <a:lnTo>
                    <a:pt x="459867" y="0"/>
                  </a:lnTo>
                  <a:close/>
                </a:path>
              </a:pathLst>
            </a:custGeom>
            <a:solidFill>
              <a:srgbClr val="5152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0248" y="460247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29">
                  <a:moveTo>
                    <a:pt x="252476" y="0"/>
                  </a:moveTo>
                  <a:lnTo>
                    <a:pt x="0" y="0"/>
                  </a:lnTo>
                  <a:lnTo>
                    <a:pt x="0" y="252475"/>
                  </a:lnTo>
                  <a:lnTo>
                    <a:pt x="252476" y="252475"/>
                  </a:lnTo>
                  <a:lnTo>
                    <a:pt x="252476" y="0"/>
                  </a:lnTo>
                  <a:close/>
                </a:path>
              </a:pathLst>
            </a:custGeom>
            <a:solidFill>
              <a:srgbClr val="CCD2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458456" y="4715254"/>
            <a:ext cx="1685289" cy="429895"/>
          </a:xfrm>
          <a:custGeom>
            <a:avLst/>
            <a:gdLst/>
            <a:ahLst/>
            <a:cxnLst/>
            <a:rect l="l" t="t" r="r" b="b"/>
            <a:pathLst>
              <a:path w="1685290" h="429895">
                <a:moveTo>
                  <a:pt x="1685036" y="0"/>
                </a:moveTo>
                <a:lnTo>
                  <a:pt x="0" y="0"/>
                </a:lnTo>
                <a:lnTo>
                  <a:pt x="0" y="429387"/>
                </a:lnTo>
                <a:lnTo>
                  <a:pt x="1685036" y="429387"/>
                </a:lnTo>
                <a:lnTo>
                  <a:pt x="1685036" y="0"/>
                </a:lnTo>
                <a:close/>
              </a:path>
            </a:pathLst>
          </a:custGeom>
          <a:solidFill>
            <a:srgbClr val="CCD2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88552" y="4623815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70">
                <a:moveTo>
                  <a:pt x="18161" y="0"/>
                </a:moveTo>
                <a:lnTo>
                  <a:pt x="11049" y="1536"/>
                </a:lnTo>
                <a:lnTo>
                  <a:pt x="5333" y="5727"/>
                </a:lnTo>
                <a:lnTo>
                  <a:pt x="1397" y="11938"/>
                </a:lnTo>
                <a:lnTo>
                  <a:pt x="0" y="19558"/>
                </a:lnTo>
                <a:lnTo>
                  <a:pt x="1397" y="27178"/>
                </a:lnTo>
                <a:lnTo>
                  <a:pt x="5333" y="33401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1"/>
                </a:lnTo>
                <a:lnTo>
                  <a:pt x="35051" y="27178"/>
                </a:lnTo>
                <a:lnTo>
                  <a:pt x="36449" y="19558"/>
                </a:lnTo>
                <a:lnTo>
                  <a:pt x="35051" y="11938"/>
                </a:lnTo>
                <a:lnTo>
                  <a:pt x="31115" y="5727"/>
                </a:lnTo>
                <a:lnTo>
                  <a:pt x="25400" y="1536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88552" y="480060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3" y="5334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3" y="31102"/>
                </a:lnTo>
                <a:lnTo>
                  <a:pt x="11049" y="35026"/>
                </a:lnTo>
                <a:lnTo>
                  <a:pt x="18161" y="36449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4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88552" y="497738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3" y="5333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3" y="31102"/>
                </a:lnTo>
                <a:lnTo>
                  <a:pt x="11049" y="35026"/>
                </a:lnTo>
                <a:lnTo>
                  <a:pt x="18161" y="36448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3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11183" y="4623815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70">
                <a:moveTo>
                  <a:pt x="18161" y="0"/>
                </a:moveTo>
                <a:lnTo>
                  <a:pt x="11049" y="1536"/>
                </a:lnTo>
                <a:lnTo>
                  <a:pt x="5334" y="5727"/>
                </a:lnTo>
                <a:lnTo>
                  <a:pt x="1397" y="11938"/>
                </a:lnTo>
                <a:lnTo>
                  <a:pt x="0" y="19558"/>
                </a:lnTo>
                <a:lnTo>
                  <a:pt x="1397" y="27178"/>
                </a:lnTo>
                <a:lnTo>
                  <a:pt x="5334" y="33401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1"/>
                </a:lnTo>
                <a:lnTo>
                  <a:pt x="35051" y="27178"/>
                </a:lnTo>
                <a:lnTo>
                  <a:pt x="36449" y="19558"/>
                </a:lnTo>
                <a:lnTo>
                  <a:pt x="35051" y="11938"/>
                </a:lnTo>
                <a:lnTo>
                  <a:pt x="31115" y="5727"/>
                </a:lnTo>
                <a:lnTo>
                  <a:pt x="25400" y="1536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11183" y="480060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4" y="5334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4" y="31102"/>
                </a:lnTo>
                <a:lnTo>
                  <a:pt x="11049" y="35026"/>
                </a:lnTo>
                <a:lnTo>
                  <a:pt x="18161" y="36449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4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1183" y="497738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4" y="5333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4" y="31102"/>
                </a:lnTo>
                <a:lnTo>
                  <a:pt x="11049" y="35026"/>
                </a:lnTo>
                <a:lnTo>
                  <a:pt x="18161" y="36448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3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58200" y="4623815"/>
            <a:ext cx="39370" cy="39370"/>
          </a:xfrm>
          <a:custGeom>
            <a:avLst/>
            <a:gdLst/>
            <a:ahLst/>
            <a:cxnLst/>
            <a:rect l="l" t="t" r="r" b="b"/>
            <a:pathLst>
              <a:path w="39370" h="39370">
                <a:moveTo>
                  <a:pt x="19684" y="0"/>
                </a:moveTo>
                <a:lnTo>
                  <a:pt x="11938" y="1536"/>
                </a:lnTo>
                <a:lnTo>
                  <a:pt x="5715" y="5727"/>
                </a:lnTo>
                <a:lnTo>
                  <a:pt x="1524" y="11938"/>
                </a:lnTo>
                <a:lnTo>
                  <a:pt x="0" y="19558"/>
                </a:lnTo>
                <a:lnTo>
                  <a:pt x="1524" y="27178"/>
                </a:lnTo>
                <a:lnTo>
                  <a:pt x="5715" y="33401"/>
                </a:lnTo>
                <a:lnTo>
                  <a:pt x="11938" y="37592"/>
                </a:lnTo>
                <a:lnTo>
                  <a:pt x="19684" y="39116"/>
                </a:lnTo>
                <a:lnTo>
                  <a:pt x="27177" y="37592"/>
                </a:lnTo>
                <a:lnTo>
                  <a:pt x="33400" y="33401"/>
                </a:lnTo>
                <a:lnTo>
                  <a:pt x="37592" y="27178"/>
                </a:lnTo>
                <a:lnTo>
                  <a:pt x="39116" y="19558"/>
                </a:lnTo>
                <a:lnTo>
                  <a:pt x="37592" y="11938"/>
                </a:lnTo>
                <a:lnTo>
                  <a:pt x="33400" y="5727"/>
                </a:lnTo>
                <a:lnTo>
                  <a:pt x="27177" y="1536"/>
                </a:lnTo>
                <a:lnTo>
                  <a:pt x="19684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58200" y="4800600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29">
                <a:moveTo>
                  <a:pt x="19684" y="0"/>
                </a:moveTo>
                <a:lnTo>
                  <a:pt x="11938" y="1422"/>
                </a:lnTo>
                <a:lnTo>
                  <a:pt x="5715" y="5334"/>
                </a:lnTo>
                <a:lnTo>
                  <a:pt x="1524" y="11137"/>
                </a:lnTo>
                <a:lnTo>
                  <a:pt x="0" y="18224"/>
                </a:lnTo>
                <a:lnTo>
                  <a:pt x="1524" y="25323"/>
                </a:lnTo>
                <a:lnTo>
                  <a:pt x="5715" y="31102"/>
                </a:lnTo>
                <a:lnTo>
                  <a:pt x="11938" y="35026"/>
                </a:lnTo>
                <a:lnTo>
                  <a:pt x="19684" y="36449"/>
                </a:lnTo>
                <a:lnTo>
                  <a:pt x="27177" y="35026"/>
                </a:lnTo>
                <a:lnTo>
                  <a:pt x="33400" y="31102"/>
                </a:lnTo>
                <a:lnTo>
                  <a:pt x="37592" y="25323"/>
                </a:lnTo>
                <a:lnTo>
                  <a:pt x="39116" y="18224"/>
                </a:lnTo>
                <a:lnTo>
                  <a:pt x="37592" y="11137"/>
                </a:lnTo>
                <a:lnTo>
                  <a:pt x="33400" y="5334"/>
                </a:lnTo>
                <a:lnTo>
                  <a:pt x="27177" y="1422"/>
                </a:lnTo>
                <a:lnTo>
                  <a:pt x="19684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58200" y="4977383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70" h="36829">
                <a:moveTo>
                  <a:pt x="19684" y="0"/>
                </a:moveTo>
                <a:lnTo>
                  <a:pt x="11938" y="1422"/>
                </a:lnTo>
                <a:lnTo>
                  <a:pt x="5715" y="5333"/>
                </a:lnTo>
                <a:lnTo>
                  <a:pt x="1524" y="11137"/>
                </a:lnTo>
                <a:lnTo>
                  <a:pt x="0" y="18224"/>
                </a:lnTo>
                <a:lnTo>
                  <a:pt x="1524" y="25323"/>
                </a:lnTo>
                <a:lnTo>
                  <a:pt x="5715" y="31102"/>
                </a:lnTo>
                <a:lnTo>
                  <a:pt x="11938" y="35026"/>
                </a:lnTo>
                <a:lnTo>
                  <a:pt x="19684" y="36448"/>
                </a:lnTo>
                <a:lnTo>
                  <a:pt x="27177" y="35026"/>
                </a:lnTo>
                <a:lnTo>
                  <a:pt x="33400" y="31102"/>
                </a:lnTo>
                <a:lnTo>
                  <a:pt x="37592" y="25323"/>
                </a:lnTo>
                <a:lnTo>
                  <a:pt x="39116" y="18224"/>
                </a:lnTo>
                <a:lnTo>
                  <a:pt x="37592" y="11137"/>
                </a:lnTo>
                <a:lnTo>
                  <a:pt x="33400" y="5333"/>
                </a:lnTo>
                <a:lnTo>
                  <a:pt x="27177" y="1422"/>
                </a:lnTo>
                <a:lnTo>
                  <a:pt x="19684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180831" y="4623815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70">
                <a:moveTo>
                  <a:pt x="18161" y="0"/>
                </a:moveTo>
                <a:lnTo>
                  <a:pt x="11049" y="1536"/>
                </a:lnTo>
                <a:lnTo>
                  <a:pt x="5334" y="5727"/>
                </a:lnTo>
                <a:lnTo>
                  <a:pt x="1397" y="11938"/>
                </a:lnTo>
                <a:lnTo>
                  <a:pt x="0" y="19558"/>
                </a:lnTo>
                <a:lnTo>
                  <a:pt x="1397" y="27178"/>
                </a:lnTo>
                <a:lnTo>
                  <a:pt x="5334" y="33401"/>
                </a:lnTo>
                <a:lnTo>
                  <a:pt x="11049" y="37592"/>
                </a:lnTo>
                <a:lnTo>
                  <a:pt x="18161" y="39116"/>
                </a:lnTo>
                <a:lnTo>
                  <a:pt x="25400" y="37592"/>
                </a:lnTo>
                <a:lnTo>
                  <a:pt x="31115" y="33401"/>
                </a:lnTo>
                <a:lnTo>
                  <a:pt x="35051" y="27178"/>
                </a:lnTo>
                <a:lnTo>
                  <a:pt x="36449" y="19558"/>
                </a:lnTo>
                <a:lnTo>
                  <a:pt x="35051" y="11938"/>
                </a:lnTo>
                <a:lnTo>
                  <a:pt x="31115" y="5727"/>
                </a:lnTo>
                <a:lnTo>
                  <a:pt x="25400" y="1536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80831" y="480060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4" y="5334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4" y="31102"/>
                </a:lnTo>
                <a:lnTo>
                  <a:pt x="11049" y="35026"/>
                </a:lnTo>
                <a:lnTo>
                  <a:pt x="18161" y="36449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4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80831" y="497738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1" y="0"/>
                </a:moveTo>
                <a:lnTo>
                  <a:pt x="11049" y="1422"/>
                </a:lnTo>
                <a:lnTo>
                  <a:pt x="5334" y="5333"/>
                </a:lnTo>
                <a:lnTo>
                  <a:pt x="1397" y="11137"/>
                </a:lnTo>
                <a:lnTo>
                  <a:pt x="0" y="18224"/>
                </a:lnTo>
                <a:lnTo>
                  <a:pt x="1397" y="25323"/>
                </a:lnTo>
                <a:lnTo>
                  <a:pt x="5334" y="31102"/>
                </a:lnTo>
                <a:lnTo>
                  <a:pt x="11049" y="35026"/>
                </a:lnTo>
                <a:lnTo>
                  <a:pt x="18161" y="36448"/>
                </a:lnTo>
                <a:lnTo>
                  <a:pt x="25400" y="35026"/>
                </a:lnTo>
                <a:lnTo>
                  <a:pt x="31115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5" y="5333"/>
                </a:lnTo>
                <a:lnTo>
                  <a:pt x="25400" y="1422"/>
                </a:lnTo>
                <a:lnTo>
                  <a:pt x="1816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03464" y="4623815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70">
                <a:moveTo>
                  <a:pt x="18160" y="0"/>
                </a:moveTo>
                <a:lnTo>
                  <a:pt x="11049" y="1536"/>
                </a:lnTo>
                <a:lnTo>
                  <a:pt x="5333" y="5727"/>
                </a:lnTo>
                <a:lnTo>
                  <a:pt x="1396" y="11938"/>
                </a:lnTo>
                <a:lnTo>
                  <a:pt x="0" y="19558"/>
                </a:lnTo>
                <a:lnTo>
                  <a:pt x="1396" y="27178"/>
                </a:lnTo>
                <a:lnTo>
                  <a:pt x="5333" y="33401"/>
                </a:lnTo>
                <a:lnTo>
                  <a:pt x="11049" y="37592"/>
                </a:lnTo>
                <a:lnTo>
                  <a:pt x="18160" y="39116"/>
                </a:lnTo>
                <a:lnTo>
                  <a:pt x="25400" y="37592"/>
                </a:lnTo>
                <a:lnTo>
                  <a:pt x="31114" y="33401"/>
                </a:lnTo>
                <a:lnTo>
                  <a:pt x="35051" y="27178"/>
                </a:lnTo>
                <a:lnTo>
                  <a:pt x="36449" y="19558"/>
                </a:lnTo>
                <a:lnTo>
                  <a:pt x="35051" y="11938"/>
                </a:lnTo>
                <a:lnTo>
                  <a:pt x="31114" y="5727"/>
                </a:lnTo>
                <a:lnTo>
                  <a:pt x="25400" y="1536"/>
                </a:lnTo>
                <a:lnTo>
                  <a:pt x="1816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03464" y="480060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0" y="0"/>
                </a:moveTo>
                <a:lnTo>
                  <a:pt x="11049" y="1422"/>
                </a:lnTo>
                <a:lnTo>
                  <a:pt x="5333" y="5334"/>
                </a:lnTo>
                <a:lnTo>
                  <a:pt x="1396" y="11137"/>
                </a:lnTo>
                <a:lnTo>
                  <a:pt x="0" y="18224"/>
                </a:lnTo>
                <a:lnTo>
                  <a:pt x="1396" y="25323"/>
                </a:lnTo>
                <a:lnTo>
                  <a:pt x="5333" y="31102"/>
                </a:lnTo>
                <a:lnTo>
                  <a:pt x="11049" y="35026"/>
                </a:lnTo>
                <a:lnTo>
                  <a:pt x="18160" y="36449"/>
                </a:lnTo>
                <a:lnTo>
                  <a:pt x="25400" y="35026"/>
                </a:lnTo>
                <a:lnTo>
                  <a:pt x="31114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4" y="5334"/>
                </a:lnTo>
                <a:lnTo>
                  <a:pt x="25400" y="1422"/>
                </a:lnTo>
                <a:lnTo>
                  <a:pt x="1816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03464" y="497738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18160" y="0"/>
                </a:moveTo>
                <a:lnTo>
                  <a:pt x="11049" y="1422"/>
                </a:lnTo>
                <a:lnTo>
                  <a:pt x="5333" y="5333"/>
                </a:lnTo>
                <a:lnTo>
                  <a:pt x="1396" y="11137"/>
                </a:lnTo>
                <a:lnTo>
                  <a:pt x="0" y="18224"/>
                </a:lnTo>
                <a:lnTo>
                  <a:pt x="1396" y="25323"/>
                </a:lnTo>
                <a:lnTo>
                  <a:pt x="5333" y="31102"/>
                </a:lnTo>
                <a:lnTo>
                  <a:pt x="11049" y="35026"/>
                </a:lnTo>
                <a:lnTo>
                  <a:pt x="18160" y="36448"/>
                </a:lnTo>
                <a:lnTo>
                  <a:pt x="25400" y="35026"/>
                </a:lnTo>
                <a:lnTo>
                  <a:pt x="31114" y="31102"/>
                </a:lnTo>
                <a:lnTo>
                  <a:pt x="35051" y="25323"/>
                </a:lnTo>
                <a:lnTo>
                  <a:pt x="36449" y="18224"/>
                </a:lnTo>
                <a:lnTo>
                  <a:pt x="35051" y="11137"/>
                </a:lnTo>
                <a:lnTo>
                  <a:pt x="31114" y="5333"/>
                </a:lnTo>
                <a:lnTo>
                  <a:pt x="25400" y="1422"/>
                </a:lnTo>
                <a:lnTo>
                  <a:pt x="1816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26095" y="4623815"/>
            <a:ext cx="36830" cy="39370"/>
          </a:xfrm>
          <a:custGeom>
            <a:avLst/>
            <a:gdLst/>
            <a:ahLst/>
            <a:cxnLst/>
            <a:rect l="l" t="t" r="r" b="b"/>
            <a:pathLst>
              <a:path w="36829" h="39370">
                <a:moveTo>
                  <a:pt x="18160" y="0"/>
                </a:moveTo>
                <a:lnTo>
                  <a:pt x="11049" y="1536"/>
                </a:lnTo>
                <a:lnTo>
                  <a:pt x="5333" y="5727"/>
                </a:lnTo>
                <a:lnTo>
                  <a:pt x="1397" y="11938"/>
                </a:lnTo>
                <a:lnTo>
                  <a:pt x="0" y="19558"/>
                </a:lnTo>
                <a:lnTo>
                  <a:pt x="1397" y="27178"/>
                </a:lnTo>
                <a:lnTo>
                  <a:pt x="5333" y="33401"/>
                </a:lnTo>
                <a:lnTo>
                  <a:pt x="11049" y="37592"/>
                </a:lnTo>
                <a:lnTo>
                  <a:pt x="18160" y="39116"/>
                </a:lnTo>
                <a:lnTo>
                  <a:pt x="25400" y="37592"/>
                </a:lnTo>
                <a:lnTo>
                  <a:pt x="31114" y="33401"/>
                </a:lnTo>
                <a:lnTo>
                  <a:pt x="35051" y="27178"/>
                </a:lnTo>
                <a:lnTo>
                  <a:pt x="36449" y="19558"/>
                </a:lnTo>
                <a:lnTo>
                  <a:pt x="35051" y="11938"/>
                </a:lnTo>
                <a:lnTo>
                  <a:pt x="31114" y="5727"/>
                </a:lnTo>
                <a:lnTo>
                  <a:pt x="25400" y="1536"/>
                </a:lnTo>
                <a:lnTo>
                  <a:pt x="1816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7373111" y="3877055"/>
            <a:ext cx="1771014" cy="1286510"/>
            <a:chOff x="7373111" y="3877055"/>
            <a:chExt cx="1771014" cy="1286510"/>
          </a:xfrm>
        </p:grpSpPr>
        <p:sp>
          <p:nvSpPr>
            <p:cNvPr id="24" name="object 24"/>
            <p:cNvSpPr/>
            <p:nvPr/>
          </p:nvSpPr>
          <p:spPr>
            <a:xfrm>
              <a:off x="7626095" y="480060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160" y="0"/>
                  </a:moveTo>
                  <a:lnTo>
                    <a:pt x="11049" y="1422"/>
                  </a:lnTo>
                  <a:lnTo>
                    <a:pt x="5333" y="5334"/>
                  </a:lnTo>
                  <a:lnTo>
                    <a:pt x="1397" y="11137"/>
                  </a:lnTo>
                  <a:lnTo>
                    <a:pt x="0" y="18224"/>
                  </a:lnTo>
                  <a:lnTo>
                    <a:pt x="1397" y="25323"/>
                  </a:lnTo>
                  <a:lnTo>
                    <a:pt x="5333" y="31102"/>
                  </a:lnTo>
                  <a:lnTo>
                    <a:pt x="11049" y="35026"/>
                  </a:lnTo>
                  <a:lnTo>
                    <a:pt x="18160" y="36449"/>
                  </a:lnTo>
                  <a:lnTo>
                    <a:pt x="25400" y="35026"/>
                  </a:lnTo>
                  <a:lnTo>
                    <a:pt x="31114" y="31102"/>
                  </a:lnTo>
                  <a:lnTo>
                    <a:pt x="35051" y="25323"/>
                  </a:lnTo>
                  <a:lnTo>
                    <a:pt x="36449" y="18224"/>
                  </a:lnTo>
                  <a:lnTo>
                    <a:pt x="35051" y="11137"/>
                  </a:lnTo>
                  <a:lnTo>
                    <a:pt x="31114" y="5334"/>
                  </a:lnTo>
                  <a:lnTo>
                    <a:pt x="25400" y="1422"/>
                  </a:lnTo>
                  <a:lnTo>
                    <a:pt x="18160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3111" y="3877055"/>
              <a:ext cx="1770888" cy="1286256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3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Equipo</a:t>
            </a:r>
            <a:r>
              <a:rPr spc="15" dirty="0"/>
              <a:t> </a:t>
            </a:r>
            <a:r>
              <a:rPr dirty="0"/>
              <a:t>de</a:t>
            </a:r>
            <a:r>
              <a:rPr spc="-120" dirty="0"/>
              <a:t> </a:t>
            </a:r>
            <a:r>
              <a:rPr spc="-10" dirty="0"/>
              <a:t>Desarrolladores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106673" y="1214754"/>
            <a:ext cx="283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Proyecto</a:t>
            </a:r>
            <a:r>
              <a:rPr sz="1200" spc="18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Sistema</a:t>
            </a:r>
            <a:r>
              <a:rPr sz="1200" spc="17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Gestión</a:t>
            </a:r>
            <a:r>
              <a:rPr sz="1200" spc="27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02020"/>
                </a:solidFill>
                <a:latin typeface="Tahoma"/>
                <a:cs typeface="Tahoma"/>
              </a:rPr>
              <a:t>De</a:t>
            </a:r>
            <a:r>
              <a:rPr sz="1200" spc="1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lang="es-ES" sz="1200" spc="-10" dirty="0">
                <a:solidFill>
                  <a:srgbClr val="202020"/>
                </a:solidFill>
                <a:latin typeface="Tahoma"/>
                <a:cs typeface="Tahoma"/>
              </a:rPr>
              <a:t>Horarios</a:t>
            </a:r>
            <a:endParaRPr sz="1200" dirty="0">
              <a:latin typeface="Tahoma"/>
              <a:cs typeface="Tahoma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489203"/>
              </p:ext>
            </p:extLst>
          </p:nvPr>
        </p:nvGraphicFramePr>
        <p:xfrm>
          <a:off x="523875" y="1750885"/>
          <a:ext cx="8039100" cy="1140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5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00" b="1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Juan</a:t>
                      </a:r>
                      <a:r>
                        <a:rPr sz="1000" b="1" u="sng" spc="-114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u="sng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Pablo</a:t>
                      </a:r>
                      <a:r>
                        <a:rPr sz="1000" b="1" u="sng" spc="-15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SaavedraChambo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CD2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00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  <a:hlinkClick r:id="rId3"/>
                        </a:rPr>
                        <a:t>jpsaavedra32@soy.sena.edu.co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b="1" u="sng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MartinStiben</a:t>
                      </a:r>
                      <a:r>
                        <a:rPr sz="1000" b="1" u="sng" spc="-14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Narváez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CD2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  <a:hlinkClick r:id="rId4"/>
                        </a:rPr>
                        <a:t>msnarvaez21@soy.sena.edu.co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62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000" b="1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RacingerPrada</a:t>
                      </a:r>
                      <a:r>
                        <a:rPr sz="1000" b="1" u="sng" spc="-5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u="sng" spc="-2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</a:rPr>
                        <a:t>Olaya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CD2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000" u="sng" spc="-10" dirty="0">
                          <a:solidFill>
                            <a:srgbClr val="202020"/>
                          </a:solidFill>
                          <a:uFill>
                            <a:solidFill>
                              <a:srgbClr val="202020"/>
                            </a:solidFill>
                          </a:uFill>
                          <a:latin typeface="Tahoma"/>
                          <a:cs typeface="Tahoma"/>
                          <a:hlinkClick r:id="rId5"/>
                        </a:rPr>
                        <a:t>rprada82@soy.sena.edu.co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151503" y="4185310"/>
            <a:ext cx="848360" cy="3854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000" dirty="0">
                <a:solidFill>
                  <a:srgbClr val="202020"/>
                </a:solidFill>
                <a:latin typeface="Tahoma"/>
                <a:cs typeface="Tahoma"/>
              </a:rPr>
              <a:t>For</a:t>
            </a:r>
            <a:r>
              <a:rPr sz="1000" spc="6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02020"/>
                </a:solidFill>
                <a:latin typeface="Tahoma"/>
                <a:cs typeface="Tahoma"/>
              </a:rPr>
              <a:t>more</a:t>
            </a:r>
            <a:r>
              <a:rPr sz="1000" spc="4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02020"/>
                </a:solidFill>
                <a:latin typeface="Tahoma"/>
                <a:cs typeface="Tahoma"/>
              </a:rPr>
              <a:t>info:</a:t>
            </a:r>
            <a:endParaRPr sz="1000">
              <a:latin typeface="Tahoma"/>
              <a:cs typeface="Tahoma"/>
            </a:endParaRPr>
          </a:p>
          <a:p>
            <a:pPr marL="15875" algn="ctr">
              <a:lnSpc>
                <a:spcPct val="100000"/>
              </a:lnSpc>
              <a:spcBef>
                <a:spcPts val="215"/>
              </a:spcBef>
            </a:pPr>
            <a:r>
              <a:rPr sz="1000" b="1" u="sng" spc="-20" dirty="0">
                <a:solidFill>
                  <a:srgbClr val="202020"/>
                </a:solidFill>
                <a:uFill>
                  <a:solidFill>
                    <a:srgbClr val="202020"/>
                  </a:solidFill>
                </a:uFill>
                <a:latin typeface="Tahoma"/>
                <a:cs typeface="Tahoma"/>
              </a:rPr>
              <a:t>Sena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39" y="4212334"/>
            <a:ext cx="880872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5573-7D21-0B38-B204-7C99883D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6B6798-40B5-5148-F197-9FCF42B7A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859" y="235212"/>
            <a:ext cx="5257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algn="ctr">
              <a:lnSpc>
                <a:spcPct val="100000"/>
              </a:lnSpc>
              <a:spcBef>
                <a:spcPts val="100"/>
              </a:spcBef>
            </a:pPr>
            <a:r>
              <a:rPr lang="es-ES" sz="3600" spc="-10" dirty="0"/>
              <a:t>App Necesaria</a:t>
            </a:r>
            <a:endParaRPr sz="36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CDF1AA8-5861-3DC6-7CBC-B9F5BF8E776E}"/>
              </a:ext>
            </a:extLst>
          </p:cNvPr>
          <p:cNvSpPr txBox="1"/>
          <p:nvPr/>
        </p:nvSpPr>
        <p:spPr>
          <a:xfrm>
            <a:off x="990600" y="802034"/>
            <a:ext cx="6682995" cy="38664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95"/>
              </a:spcBef>
            </a:pPr>
            <a:r>
              <a:rPr lang="es-ES" sz="1600" b="1" spc="-10" dirty="0">
                <a:solidFill>
                  <a:srgbClr val="202020"/>
                </a:solidFill>
                <a:latin typeface="Arial"/>
                <a:cs typeface="Arial"/>
              </a:rPr>
              <a:t>Nombre De La App: Expo Go</a:t>
            </a: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873C790C-E0BF-4A1B-579A-82C0090844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4184650"/>
            <a:ext cx="944879" cy="920496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FDE13A82-EEB7-A57B-3979-65D3128411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51" y="125450"/>
            <a:ext cx="881745" cy="8467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13BC81-9CCE-7925-AC68-A46A51B57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329" y="1885061"/>
            <a:ext cx="1487071" cy="13987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A48CA0-C0E2-494C-EE14-86715D744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569" y="1289050"/>
            <a:ext cx="2553056" cy="31817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AA1ABA-0420-5440-6EBE-FD6067B8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94" y="1885060"/>
            <a:ext cx="1487071" cy="139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6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2AA9-6107-B98E-DEC6-74B9CC0C3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48D867-753F-DDD8-486C-2D1F98EEB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240591"/>
            <a:ext cx="480135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355" algn="l">
              <a:lnSpc>
                <a:spcPct val="100000"/>
              </a:lnSpc>
              <a:spcBef>
                <a:spcPts val="100"/>
              </a:spcBef>
            </a:pPr>
            <a:r>
              <a:rPr lang="es-ES" sz="3600" spc="-10" dirty="0"/>
              <a:t>Credenciales</a:t>
            </a:r>
            <a:endParaRPr sz="36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F09FD4-30FD-8B8E-8B78-703A72F4EAAC}"/>
              </a:ext>
            </a:extLst>
          </p:cNvPr>
          <p:cNvSpPr txBox="1"/>
          <p:nvPr/>
        </p:nvSpPr>
        <p:spPr>
          <a:xfrm>
            <a:off x="1040381" y="831850"/>
            <a:ext cx="6682995" cy="11612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95"/>
              </a:spcBef>
            </a:pPr>
            <a:r>
              <a:rPr lang="es-ES" sz="1600" b="1" spc="-10" dirty="0">
                <a:solidFill>
                  <a:srgbClr val="202020"/>
                </a:solidFill>
                <a:latin typeface="Arial"/>
                <a:cs typeface="Arial"/>
              </a:rPr>
              <a:t>Usuario: master</a:t>
            </a:r>
          </a:p>
          <a:p>
            <a:pPr marL="12700" algn="ctr">
              <a:lnSpc>
                <a:spcPct val="100000"/>
              </a:lnSpc>
              <a:spcBef>
                <a:spcPts val="1095"/>
              </a:spcBef>
            </a:pPr>
            <a:r>
              <a:rPr lang="es-ES" sz="1600" b="1" spc="-10" dirty="0">
                <a:solidFill>
                  <a:srgbClr val="202020"/>
                </a:solidFill>
                <a:latin typeface="Arial"/>
                <a:cs typeface="Arial"/>
              </a:rPr>
              <a:t>Contraseña: Master$2025!</a:t>
            </a:r>
          </a:p>
          <a:p>
            <a:pPr marL="12700" algn="ctr">
              <a:lnSpc>
                <a:spcPct val="100000"/>
              </a:lnSpc>
              <a:spcBef>
                <a:spcPts val="1095"/>
              </a:spcBef>
            </a:pPr>
            <a:r>
              <a:rPr lang="es-ES" sz="1600" b="1" spc="-10" dirty="0">
                <a:solidFill>
                  <a:srgbClr val="202020"/>
                </a:solidFill>
                <a:latin typeface="Arial"/>
                <a:cs typeface="Arial"/>
              </a:rPr>
              <a:t>Red: Funcionario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50ED6458-1A6C-65C7-4C41-A7EACDD340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4184650"/>
            <a:ext cx="944879" cy="920496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81C76703-D50E-23C2-67C5-18CA99D2A2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51" y="125450"/>
            <a:ext cx="881745" cy="8467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56A687-08D2-5807-7EBB-C2CD6B46F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8" r="-1"/>
          <a:stretch>
            <a:fillRect/>
          </a:stretch>
        </p:blipFill>
        <p:spPr>
          <a:xfrm>
            <a:off x="3505200" y="2291712"/>
            <a:ext cx="1909301" cy="23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3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20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D82C79E9C45A4F8892A5168669910F" ma:contentTypeVersion="12" ma:contentTypeDescription="Create a new document." ma:contentTypeScope="" ma:versionID="1ea8e158fdb56c00ff9dbd260d4d852a">
  <xsd:schema xmlns:xsd="http://www.w3.org/2001/XMLSchema" xmlns:xs="http://www.w3.org/2001/XMLSchema" xmlns:p="http://schemas.microsoft.com/office/2006/metadata/properties" xmlns:ns2="e3f02ce4-f17e-46f8-88f7-72120ec08e56" xmlns:ns3="8e4e03e1-f8b1-44af-8a18-d6c17e30f4d4" targetNamespace="http://schemas.microsoft.com/office/2006/metadata/properties" ma:root="true" ma:fieldsID="dfc354b75f42f41b3089271a87c970f8" ns2:_="" ns3:_="">
    <xsd:import namespace="e3f02ce4-f17e-46f8-88f7-72120ec08e56"/>
    <xsd:import namespace="8e4e03e1-f8b1-44af-8a18-d6c17e30f4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02ce4-f17e-46f8-88f7-72120ec08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4e03e1-f8b1-44af-8a18-d6c17e30f4d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6ada02-4a5f-4bd4-97dc-1bfb86635cca}" ma:internalName="TaxCatchAll" ma:showField="CatchAllData" ma:web="8e4e03e1-f8b1-44af-8a18-d6c17e30f4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4e03e1-f8b1-44af-8a18-d6c17e30f4d4" xsi:nil="true"/>
    <lcf76f155ced4ddcb4097134ff3c332f xmlns="e3f02ce4-f17e-46f8-88f7-72120ec08e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8916F7-E96D-45E4-BE19-7F82DE485B39}"/>
</file>

<file path=customXml/itemProps2.xml><?xml version="1.0" encoding="utf-8"?>
<ds:datastoreItem xmlns:ds="http://schemas.openxmlformats.org/officeDocument/2006/customXml" ds:itemID="{81401F57-51FD-4B84-9318-E17305442BE2}"/>
</file>

<file path=customXml/itemProps3.xml><?xml version="1.0" encoding="utf-8"?>
<ds:datastoreItem xmlns:ds="http://schemas.openxmlformats.org/officeDocument/2006/customXml" ds:itemID="{BA5C0BC2-B71E-432D-B0A8-B4D26D587D5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161</Words>
  <Application>Microsoft Office PowerPoint</Application>
  <PresentationFormat>Personalizado</PresentationFormat>
  <Paragraphs>39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Office Theme</vt:lpstr>
      <vt:lpstr>Equipo de Desarrollo</vt:lpstr>
      <vt:lpstr>Desarrollador</vt:lpstr>
      <vt:lpstr>Desarrollador</vt:lpstr>
      <vt:lpstr>Desarrollador</vt:lpstr>
      <vt:lpstr>Equipo de Desarrolladores</vt:lpstr>
      <vt:lpstr>App Necesaria</vt:lpstr>
      <vt:lpstr>Credenciales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Saavedra</cp:lastModifiedBy>
  <cp:revision>10</cp:revision>
  <dcterms:created xsi:type="dcterms:W3CDTF">2025-09-26T14:45:35Z</dcterms:created>
  <dcterms:modified xsi:type="dcterms:W3CDTF">2025-10-08T20:40:13Z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2025-09-26T00:00:00Z</vt:filetime>
  </property>
  <property fmtid="{D5CDD505-2E9C-101B-9397-08002B2CF9AE}" pid="5" name="Producer">
    <vt:lpwstr>www.ilovepdf.com</vt:lpwstr>
  </property>
  <property fmtid="{D5CDD505-2E9C-101B-9397-08002B2CF9AE}" pid="6" name="ContentTypeId">
    <vt:lpwstr>0x01010029D82C79E9C45A4F8892A5168669910F</vt:lpwstr>
  </property>
  <property fmtid="{D5CDD505-2E9C-101B-9397-08002B2CF9AE}" pid="7" name="MediaServiceImageTags">
    <vt:lpwstr/>
  </property>
</Properties>
</file>